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18" r:id="rId3"/>
    <p:sldId id="322" r:id="rId4"/>
    <p:sldId id="325" r:id="rId5"/>
    <p:sldId id="323" r:id="rId6"/>
    <p:sldId id="324" r:id="rId7"/>
    <p:sldId id="266" r:id="rId8"/>
    <p:sldId id="327" r:id="rId9"/>
    <p:sldId id="329" r:id="rId10"/>
    <p:sldId id="328" r:id="rId11"/>
    <p:sldId id="330" r:id="rId12"/>
    <p:sldId id="331" r:id="rId13"/>
    <p:sldId id="326" r:id="rId14"/>
    <p:sldId id="332" r:id="rId15"/>
    <p:sldId id="333" r:id="rId16"/>
    <p:sldId id="354" r:id="rId17"/>
    <p:sldId id="349" r:id="rId18"/>
    <p:sldId id="352" r:id="rId19"/>
    <p:sldId id="351" r:id="rId20"/>
    <p:sldId id="353" r:id="rId21"/>
    <p:sldId id="267" r:id="rId22"/>
    <p:sldId id="306" r:id="rId23"/>
    <p:sldId id="281" r:id="rId24"/>
    <p:sldId id="335" r:id="rId25"/>
    <p:sldId id="336" r:id="rId26"/>
    <p:sldId id="338" r:id="rId27"/>
    <p:sldId id="309" r:id="rId28"/>
    <p:sldId id="339" r:id="rId29"/>
    <p:sldId id="31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先生" initials="王先生" lastIdx="1" clrIdx="0">
    <p:extLst>
      <p:ext uri="{19B8F6BF-5375-455C-9EA6-DF929625EA0E}">
        <p15:presenceInfo xmlns:p15="http://schemas.microsoft.com/office/powerpoint/2012/main" userId="da08e668a948dc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5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28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8BB41AB-FEFA-41F5-B776-B7492965D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52133B-3344-4F9D-BFBF-DFE8A30760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C60D0-745A-418F-AD28-30A3AF540A85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5DC77-BB36-45ED-98F6-D26E9374AE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80C60C-F0A6-4E1E-9C09-84CFD1542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70746-A7FA-4A54-8109-70E65ECEA8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909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5AF38-B4B9-48A5-9766-B595BEE9342E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3DE1A-158A-4265-8005-43F327F23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5081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BDDCC-A18E-494B-8CE1-3FC9AD7BF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>
                <a:latin typeface="华光姚体_CNKI" panose="02000500000000000000" pitchFamily="2" charset="-122"/>
                <a:ea typeface="华光姚体_CNKI" panose="020005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8557F9-CB41-4E02-9A8C-878F8E589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A5E19-B97E-4DE0-90E7-A4126B31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06D1-260C-4934-99D4-FDADB2170FC8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63D1C-1D17-4010-850E-D06C8332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1759F-19BA-403E-841E-9BC4F7CF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59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77A3D-E8A0-418B-BBAE-E6C3A1E0093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latin typeface="华光姚体_CNKI" panose="02000500000000000000" pitchFamily="2" charset="-122"/>
                <a:ea typeface="华光姚体_CNKI" panose="020005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C44DD-7A08-4FBB-8074-E76EF8012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798AD-87C8-46AF-839A-4FF004E7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4CC1-0F08-48ED-A9B2-6309397A3118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FD45D-4830-4AB4-8194-FD122A54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&lt;#&gt;</a:t>
            </a:r>
            <a:r>
              <a:rPr lang="zh-CN" altLang="en-US" dirty="0"/>
              <a:t>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78E597-EFEF-4AB0-8324-66BC65A1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81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8D85B-3C96-4DB1-BD6A-6C8A9688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A35300-3C40-4FBA-B1E3-8C6AE9C8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DCE930-7FD7-4790-A1C7-27B280F5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36B7-1581-4D7A-BA18-539E924EE412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187E4-4C6C-494B-BDC3-D9142450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6534D-5AB6-43C6-8E07-1ED0ECFC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5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A79B-B07D-4D01-BF6F-0397F25B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BC7CB-7DD9-49C3-AADF-B049A552A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A36972-23D0-4241-8445-46E2898D8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925EA7-550B-4B4A-AD8C-C5E7CC80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82B2-FDEF-437B-B4A7-99FC879E1640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18E46B-EB0B-4A79-ADFC-6402F16E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540F54-270C-4120-B555-0D46F14F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41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48EB5-3917-4ABA-AB28-AC8214AC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E03EC8-6303-46CC-ABB9-E8E9F5CA4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DB9576-059F-42A7-9378-89CD00FC3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35F629-9DC2-472C-8090-CFF85CAC4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1CAE3B-910E-42A4-B617-6E264E31F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171BFD-28E8-45E7-9BCE-F8FEC701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CFA1-BE9A-4C3E-9009-0591D717EB54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EC9126-9481-41EA-9C8A-9EAD1CD3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953328-0C84-473C-ACBB-D75F838A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6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66654-9733-409A-8767-70AFFAC6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9AB3D1-4F83-4F86-8A46-541CFD68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12FF9-B693-4863-A058-B86B581C379B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3DB29E-FA86-48DE-8F7A-0905CA72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41F18D-87BA-43DC-BE10-D1E1DFFD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41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2C129-42A1-4369-BB5C-8A83959D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1736-83B7-422B-8B21-E1564A56ACCC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10DF4B-9B70-4E80-AA9C-6F330990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93BC68-728B-4210-98BD-ADC2FA52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F6642F-01D1-4E0E-8FB3-44D83D35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F0461-6299-4221-9517-10125F247264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57EF37-3BEC-421D-A188-2F08733D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CF6B7-3717-455C-99EC-0ECD8DE8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79C5BA-95AD-4D38-A0FB-9EB988A05809}"/>
              </a:ext>
            </a:extLst>
          </p:cNvPr>
          <p:cNvSpPr/>
          <p:nvPr userDrawn="1"/>
        </p:nvSpPr>
        <p:spPr>
          <a:xfrm>
            <a:off x="514952" y="414522"/>
            <a:ext cx="688206" cy="74114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C289C8-BCDA-435E-BD1C-9719F5EE0C2F}"/>
              </a:ext>
            </a:extLst>
          </p:cNvPr>
          <p:cNvSpPr/>
          <p:nvPr userDrawn="1"/>
        </p:nvSpPr>
        <p:spPr>
          <a:xfrm>
            <a:off x="514952" y="3147462"/>
            <a:ext cx="688206" cy="659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0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84878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F4E69-C282-4F8B-8737-DA874A4A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09805E-FA57-4C70-B9EA-B07382FAE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999BF-A2EF-4D27-9838-D08EE1198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E01F2D-CCF5-423C-85FF-BE94CF00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D535-0639-4BC5-9152-9BEC2E0BF124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DF79B5-A340-49CD-9BB6-E28D5273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7DDEF1-73F8-4502-9797-288417F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52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4155D-E5D2-481A-A7B5-4B924984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41BF70-4811-4356-AC2A-4AD3DF18B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D7797-AB30-4472-AA5A-68F5A2335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47E271-75D7-4BC3-B9D3-72FC1487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05D1-DEB2-42AF-87CB-D65C5791D78E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7B467-ED7D-481F-ABA6-44FB848C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221132-A575-4E60-AC1F-3CB10AE1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4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FF636-3362-44C4-9449-65D2AD72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854926-733E-4FC0-912E-0A57E8BB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2D05F-83FF-4A21-98BD-D010E114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E1EB6-F9CF-410B-8C95-4B538D69B369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0A35F-0CA4-45A8-A98D-9D75C0CB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01032-6561-45C7-8D17-192CAB1B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917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424003-DCEA-4839-B04D-3E63B8D08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85C1DF-F84E-4838-839B-896945FB3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C7660-A8E2-485F-9EDB-0846F4F5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FCDD-9B9B-4D1C-8CF1-E9706A734057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A5C40-8694-4EDC-8137-22D518AE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A396F-660C-401B-81B3-CB925261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2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05DA6A-F806-4174-A170-627104A8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935950-9B7B-4C89-9ED6-8B390C1A8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CBA80-D165-4DEC-BC9C-B9E080C70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A4219-8576-4AA4-8BD0-386BBD1A3523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81183-B2E1-4C44-AAD4-ADFE45604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4D00C-2572-4379-BB0B-1871DB810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B6316-EED1-47C1-936C-1EF74D816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5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8.png"/><Relationship Id="rId5" Type="http://schemas.openxmlformats.org/officeDocument/2006/relationships/tags" Target="../tags/tag6.xml"/><Relationship Id="rId10" Type="http://schemas.openxmlformats.org/officeDocument/2006/relationships/image" Target="../media/image7.png"/><Relationship Id="rId4" Type="http://schemas.openxmlformats.org/officeDocument/2006/relationships/tags" Target="../tags/tag5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15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tags" Target="../tags/tag10.xml"/><Relationship Id="rId16" Type="http://schemas.openxmlformats.org/officeDocument/2006/relationships/image" Target="../media/image18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3.png"/><Relationship Id="rId5" Type="http://schemas.openxmlformats.org/officeDocument/2006/relationships/tags" Target="../tags/tag13.xml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image" Target="../media/image24.png"/><Relationship Id="rId21" Type="http://schemas.openxmlformats.org/officeDocument/2006/relationships/slideLayout" Target="../slideLayouts/slideLayout2.xml"/><Relationship Id="rId34" Type="http://schemas.openxmlformats.org/officeDocument/2006/relationships/image" Target="../media/image32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29" Type="http://schemas.openxmlformats.org/officeDocument/2006/relationships/image" Target="../media/image27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image" Target="../media/image29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tags" Target="../tags/tag24.xml"/><Relationship Id="rId3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3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42.png"/><Relationship Id="rId5" Type="http://schemas.openxmlformats.org/officeDocument/2006/relationships/tags" Target="../tags/tag43.xml"/><Relationship Id="rId10" Type="http://schemas.openxmlformats.org/officeDocument/2006/relationships/image" Target="../media/image41.png"/><Relationship Id="rId4" Type="http://schemas.openxmlformats.org/officeDocument/2006/relationships/tags" Target="../tags/tag42.xml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46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tags" Target="../tags/tag52.xml"/><Relationship Id="rId21" Type="http://schemas.openxmlformats.org/officeDocument/2006/relationships/image" Target="../media/image57.png"/><Relationship Id="rId7" Type="http://schemas.openxmlformats.org/officeDocument/2006/relationships/tags" Target="../tags/tag56.xml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tags" Target="../tags/tag51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4.xml"/><Relationship Id="rId15" Type="http://schemas.openxmlformats.org/officeDocument/2006/relationships/image" Target="../media/image51.png"/><Relationship Id="rId10" Type="http://schemas.openxmlformats.org/officeDocument/2006/relationships/tags" Target="../tags/tag59.xml"/><Relationship Id="rId19" Type="http://schemas.openxmlformats.org/officeDocument/2006/relationships/image" Target="../media/image55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62.xml"/><Relationship Id="rId7" Type="http://schemas.openxmlformats.org/officeDocument/2006/relationships/image" Target="../media/image58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2.png"/><Relationship Id="rId5" Type="http://schemas.openxmlformats.org/officeDocument/2006/relationships/tags" Target="../tags/tag64.xml"/><Relationship Id="rId10" Type="http://schemas.openxmlformats.org/officeDocument/2006/relationships/image" Target="../media/image61.png"/><Relationship Id="rId4" Type="http://schemas.openxmlformats.org/officeDocument/2006/relationships/tags" Target="../tags/tag63.xml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67.xml"/><Relationship Id="rId7" Type="http://schemas.openxmlformats.org/officeDocument/2006/relationships/image" Target="../media/image64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3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73.xml"/><Relationship Id="rId7" Type="http://schemas.openxmlformats.org/officeDocument/2006/relationships/image" Target="../media/image70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69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tags" Target="../tags/tag77.xml"/><Relationship Id="rId7" Type="http://schemas.openxmlformats.org/officeDocument/2006/relationships/image" Target="../media/image75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tags" Target="../tags/tag81.xml"/><Relationship Id="rId7" Type="http://schemas.openxmlformats.org/officeDocument/2006/relationships/image" Target="../media/image79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78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2.xml"/><Relationship Id="rId9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tags" Target="../tags/tag87.xml"/><Relationship Id="rId7" Type="http://schemas.openxmlformats.org/officeDocument/2006/relationships/image" Target="../media/image85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8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9" Type="http://schemas.openxmlformats.org/officeDocument/2006/relationships/image" Target="../media/image8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tags" Target="../tags/tag91.xml"/><Relationship Id="rId7" Type="http://schemas.openxmlformats.org/officeDocument/2006/relationships/image" Target="../media/image88.jpeg"/><Relationship Id="rId12" Type="http://schemas.openxmlformats.org/officeDocument/2006/relationships/image" Target="../media/image93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92.png"/><Relationship Id="rId5" Type="http://schemas.openxmlformats.org/officeDocument/2006/relationships/tags" Target="../tags/tag93.xml"/><Relationship Id="rId10" Type="http://schemas.openxmlformats.org/officeDocument/2006/relationships/image" Target="../media/image91.png"/><Relationship Id="rId4" Type="http://schemas.openxmlformats.org/officeDocument/2006/relationships/tags" Target="../tags/tag92.xml"/><Relationship Id="rId9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image" Target="../media/image97.png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tags" Target="../tags/tag95.xml"/><Relationship Id="rId16" Type="http://schemas.openxmlformats.org/officeDocument/2006/relationships/image" Target="../media/image100.png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image" Target="../media/image95.png"/><Relationship Id="rId5" Type="http://schemas.openxmlformats.org/officeDocument/2006/relationships/tags" Target="../tags/tag98.xml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tags" Target="../tags/tag97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06.png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image" Target="../media/image105.pn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image" Target="../media/image104.png"/><Relationship Id="rId5" Type="http://schemas.openxmlformats.org/officeDocument/2006/relationships/tags" Target="../tags/tag106.xml"/><Relationship Id="rId10" Type="http://schemas.openxmlformats.org/officeDocument/2006/relationships/image" Target="../media/image103.png"/><Relationship Id="rId4" Type="http://schemas.openxmlformats.org/officeDocument/2006/relationships/tags" Target="../tags/tag105.xml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tags" Target="../tags/tag111.xml"/><Relationship Id="rId7" Type="http://schemas.openxmlformats.org/officeDocument/2006/relationships/image" Target="../media/image108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2.png"/><Relationship Id="rId5" Type="http://schemas.openxmlformats.org/officeDocument/2006/relationships/tags" Target="../tags/tag113.xml"/><Relationship Id="rId10" Type="http://schemas.openxmlformats.org/officeDocument/2006/relationships/image" Target="../media/image111.png"/><Relationship Id="rId4" Type="http://schemas.openxmlformats.org/officeDocument/2006/relationships/tags" Target="../tags/tag112.xml"/><Relationship Id="rId9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116.xml"/><Relationship Id="rId7" Type="http://schemas.openxmlformats.org/officeDocument/2006/relationships/image" Target="../media/image108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6.png"/><Relationship Id="rId5" Type="http://schemas.openxmlformats.org/officeDocument/2006/relationships/tags" Target="../tags/tag118.xml"/><Relationship Id="rId10" Type="http://schemas.openxmlformats.org/officeDocument/2006/relationships/image" Target="../media/image115.png"/><Relationship Id="rId4" Type="http://schemas.openxmlformats.org/officeDocument/2006/relationships/tags" Target="../tags/tag117.xml"/><Relationship Id="rId9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7" Type="http://schemas.openxmlformats.org/officeDocument/2006/relationships/image" Target="../media/image119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tags" Target="../tags/tag124.xml"/><Relationship Id="rId7" Type="http://schemas.openxmlformats.org/officeDocument/2006/relationships/image" Target="../media/image120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24.png"/><Relationship Id="rId5" Type="http://schemas.openxmlformats.org/officeDocument/2006/relationships/tags" Target="../tags/tag126.xml"/><Relationship Id="rId10" Type="http://schemas.openxmlformats.org/officeDocument/2006/relationships/image" Target="../media/image123.png"/><Relationship Id="rId4" Type="http://schemas.openxmlformats.org/officeDocument/2006/relationships/tags" Target="../tags/tag125.xml"/><Relationship Id="rId9" Type="http://schemas.openxmlformats.org/officeDocument/2006/relationships/image" Target="../media/image1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tags" Target="../tags/tag129.xml"/><Relationship Id="rId7" Type="http://schemas.openxmlformats.org/officeDocument/2006/relationships/image" Target="../media/image120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117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30.xml"/><Relationship Id="rId9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7932FD-98F4-4A24-BE48-E762170B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7077"/>
            <a:ext cx="12222302" cy="738507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6A41260-5572-403F-93D1-E5D4BC9F9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151" y="5001521"/>
            <a:ext cx="12222302" cy="1874787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</p:spPr>
        <p:txBody>
          <a:bodyPr/>
          <a:lstStyle/>
          <a:p>
            <a:pPr algn="r"/>
            <a:r>
              <a:rPr lang="zh-CN" altLang="en-US" dirty="0"/>
              <a:t>第</a:t>
            </a:r>
            <a:r>
              <a:rPr lang="en-US" altLang="zh-CN"/>
              <a:t>04</a:t>
            </a:r>
            <a:r>
              <a:rPr lang="zh-CN" altLang="en-US"/>
              <a:t>讲</a:t>
            </a:r>
            <a:br>
              <a:rPr lang="en-US" altLang="zh-CN" dirty="0"/>
            </a:br>
            <a:r>
              <a:rPr lang="zh-CN" altLang="en-US" dirty="0">
                <a:solidFill>
                  <a:srgbClr val="FFC000"/>
                </a:solidFill>
              </a:rPr>
              <a:t>无穷远、无穷大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945359-739A-4397-AC8A-68CF8F1ABA43}"/>
              </a:ext>
            </a:extLst>
          </p:cNvPr>
          <p:cNvSpPr txBox="1"/>
          <p:nvPr/>
        </p:nvSpPr>
        <p:spPr>
          <a:xfrm>
            <a:off x="-240030" y="5226784"/>
            <a:ext cx="40318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0" dirty="0">
                <a:solidFill>
                  <a:schemeClr val="bg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微积分</a:t>
            </a:r>
            <a:endParaRPr lang="zh-CN" altLang="en-US" sz="10000" baseline="-25000" dirty="0">
              <a:solidFill>
                <a:schemeClr val="bg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99DFA7-0193-4A8C-B11F-2C38F46C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417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56E2-4B82-48A5-8E11-239A6064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37912"/>
          </a:xfrm>
        </p:spPr>
        <p:txBody>
          <a:bodyPr/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A8ED3B-3858-4563-9C62-A4C357A5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A2EE09-F023-491F-AD74-E6DD057FE2A2}"/>
              </a:ext>
            </a:extLst>
          </p:cNvPr>
          <p:cNvSpPr/>
          <p:nvPr/>
        </p:nvSpPr>
        <p:spPr>
          <a:xfrm>
            <a:off x="920294" y="1800683"/>
            <a:ext cx="10351412" cy="5860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00" b="1" dirty="0"/>
              <a:t>无穷远，极限的一般概念，数列极限</a:t>
            </a:r>
            <a:endParaRPr lang="zh-CN" altLang="zh-CN" sz="25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B8B0F7-40ED-4BA2-BCC3-ED9CB1B9EA31}"/>
              </a:ext>
            </a:extLst>
          </p:cNvPr>
          <p:cNvSpPr/>
          <p:nvPr/>
        </p:nvSpPr>
        <p:spPr>
          <a:xfrm>
            <a:off x="920294" y="2511913"/>
            <a:ext cx="10351412" cy="586025"/>
          </a:xfrm>
          <a:prstGeom prst="rect">
            <a:avLst/>
          </a:prstGeom>
          <a:solidFill>
            <a:srgbClr val="4472C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500" b="1" dirty="0"/>
              <a:t>单调性与极限</a:t>
            </a:r>
            <a:endParaRPr lang="zh-CN" altLang="zh-CN" sz="2500" b="1" dirty="0"/>
          </a:p>
        </p:txBody>
      </p:sp>
    </p:spTree>
    <p:extLst>
      <p:ext uri="{BB962C8B-B14F-4D97-AF65-F5344CB8AC3E}">
        <p14:creationId xmlns:p14="http://schemas.microsoft.com/office/powerpoint/2010/main" val="84492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5EF357B-5016-4683-A6AF-0D2DFD56E96D}"/>
              </a:ext>
            </a:extLst>
          </p:cNvPr>
          <p:cNvSpPr/>
          <p:nvPr/>
        </p:nvSpPr>
        <p:spPr>
          <a:xfrm>
            <a:off x="0" y="1302898"/>
            <a:ext cx="12192000" cy="15076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3C659-1338-45FC-914F-4C8F2B1CE334}"/>
              </a:ext>
            </a:extLst>
          </p:cNvPr>
          <p:cNvSpPr txBox="1"/>
          <p:nvPr/>
        </p:nvSpPr>
        <p:spPr>
          <a:xfrm>
            <a:off x="0" y="1482041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无穷远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62A12-E653-4E37-BBFC-E34C313E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DD9133F-6423-43A2-8745-14DFF693F9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28" y="1574290"/>
            <a:ext cx="8929116" cy="98145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29D6AE7-A579-4335-A176-87DA3A9D0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76" y="3358533"/>
            <a:ext cx="10156648" cy="23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5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808E-3A72-4520-8A45-B774EE2B3FBB}"/>
              </a:ext>
            </a:extLst>
          </p:cNvPr>
          <p:cNvSpPr txBox="1">
            <a:spLocks/>
          </p:cNvSpPr>
          <p:nvPr/>
        </p:nvSpPr>
        <p:spPr>
          <a:xfrm>
            <a:off x="-1" y="-1"/>
            <a:ext cx="12192000" cy="8862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chemeClr val="bg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8D97A9E-896D-4CD5-8E0F-C28173FEA6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53" y="1986427"/>
            <a:ext cx="8835239" cy="300624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09D3AF1D-6D8F-417E-A327-A4728D5EC61D}"/>
              </a:ext>
            </a:extLst>
          </p:cNvPr>
          <p:cNvSpPr txBox="1"/>
          <p:nvPr/>
        </p:nvSpPr>
        <p:spPr>
          <a:xfrm>
            <a:off x="55577" y="148803"/>
            <a:ext cx="5304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6FBBEE-0F5E-44C3-8EDB-5B15A77374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9" y="26191"/>
            <a:ext cx="2024786" cy="72329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A5CAFFEB-B4F5-495F-97BD-77C65D9BF21D}"/>
              </a:ext>
            </a:extLst>
          </p:cNvPr>
          <p:cNvSpPr/>
          <p:nvPr/>
        </p:nvSpPr>
        <p:spPr>
          <a:xfrm>
            <a:off x="11829823" y="5964490"/>
            <a:ext cx="169863" cy="19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26AC33-28AD-42E7-A5F6-5CA17360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F16970-8760-41B1-86C9-17445C0A5B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53" y="5340076"/>
            <a:ext cx="3490570" cy="72329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093FBAC6-55E5-42BE-8190-D3549BE86A5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703576"/>
            <a:ext cx="812902" cy="725424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C1BE2110-C266-47B3-BF43-ADDAA1C5BCE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9" y="1073396"/>
            <a:ext cx="2127199" cy="332842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5A28C883-6DD4-43FB-8F72-A1A38AF105C9}"/>
              </a:ext>
            </a:extLst>
          </p:cNvPr>
          <p:cNvGrpSpPr/>
          <p:nvPr/>
        </p:nvGrpSpPr>
        <p:grpSpPr>
          <a:xfrm>
            <a:off x="1187248" y="984694"/>
            <a:ext cx="4410339" cy="3810366"/>
            <a:chOff x="1192256" y="808309"/>
            <a:chExt cx="4410339" cy="3810366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9E1B149-391C-4DD4-B06A-65B8BDA0FB50}"/>
                </a:ext>
              </a:extLst>
            </p:cNvPr>
            <p:cNvSpPr/>
            <p:nvPr/>
          </p:nvSpPr>
          <p:spPr>
            <a:xfrm>
              <a:off x="1192256" y="808309"/>
              <a:ext cx="1424646" cy="51024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76AF26E-6F4C-4705-B03D-CFC0A0341D80}"/>
                </a:ext>
              </a:extLst>
            </p:cNvPr>
            <p:cNvSpPr/>
            <p:nvPr/>
          </p:nvSpPr>
          <p:spPr>
            <a:xfrm>
              <a:off x="5345789" y="4108429"/>
              <a:ext cx="256806" cy="51024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655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5EF357B-5016-4683-A6AF-0D2DFD56E96D}"/>
              </a:ext>
            </a:extLst>
          </p:cNvPr>
          <p:cNvSpPr/>
          <p:nvPr/>
        </p:nvSpPr>
        <p:spPr>
          <a:xfrm>
            <a:off x="0" y="0"/>
            <a:ext cx="12192000" cy="2762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3C659-1338-45FC-914F-4C8F2B1CE334}"/>
              </a:ext>
            </a:extLst>
          </p:cNvPr>
          <p:cNvSpPr txBox="1"/>
          <p:nvPr/>
        </p:nvSpPr>
        <p:spPr>
          <a:xfrm>
            <a:off x="0" y="95998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62A12-E653-4E37-BBFC-E34C313E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C8DFED7-6060-4CAD-878B-1F78047408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29" y="188247"/>
            <a:ext cx="9204351" cy="9814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0BFD2C6-67E8-4169-993A-02E68D59025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27" y="1601512"/>
            <a:ext cx="9125407" cy="930249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B5FFA487-9B43-450B-B833-0964CE2C9613}"/>
              </a:ext>
            </a:extLst>
          </p:cNvPr>
          <p:cNvGrpSpPr/>
          <p:nvPr/>
        </p:nvGrpSpPr>
        <p:grpSpPr>
          <a:xfrm>
            <a:off x="1244690" y="2985469"/>
            <a:ext cx="9702621" cy="3322649"/>
            <a:chOff x="1244690" y="2985469"/>
            <a:chExt cx="9702621" cy="3322649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A483BC8-279E-41FE-A613-2359100E8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4690" y="2985469"/>
              <a:ext cx="9702621" cy="320357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67E9E3B-D0E2-41C4-AED2-E0D7A77267B4}"/>
                </a:ext>
              </a:extLst>
            </p:cNvPr>
            <p:cNvSpPr txBox="1"/>
            <p:nvPr/>
          </p:nvSpPr>
          <p:spPr>
            <a:xfrm>
              <a:off x="5542002" y="593878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北极投影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92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C9DCE231-0602-4390-99EC-657169819438}"/>
              </a:ext>
            </a:extLst>
          </p:cNvPr>
          <p:cNvSpPr/>
          <p:nvPr/>
        </p:nvSpPr>
        <p:spPr>
          <a:xfrm>
            <a:off x="0" y="-1"/>
            <a:ext cx="12192000" cy="3142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16B0063-87DA-4B95-8B11-6D5FCD92ED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75" y="964248"/>
            <a:ext cx="8547202" cy="108813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62A12-E653-4E37-BBFC-E34C313E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C22EC34-12F3-4ED8-94E1-F69AAC33652F}"/>
              </a:ext>
            </a:extLst>
          </p:cNvPr>
          <p:cNvSpPr txBox="1"/>
          <p:nvPr/>
        </p:nvSpPr>
        <p:spPr>
          <a:xfrm>
            <a:off x="-36311" y="214605"/>
            <a:ext cx="765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注：</a:t>
            </a:r>
            <a:endParaRPr lang="zh-CN" altLang="en-US" sz="3000" dirty="0"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491B5F6-E275-47AF-9FB6-8C0B3DAB52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5" y="306590"/>
            <a:ext cx="8914182" cy="3307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30D1767-69B1-4E19-A26D-E07A31CD20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75" y="2481164"/>
            <a:ext cx="5961280" cy="332841"/>
          </a:xfrm>
          <a:prstGeom prst="rect">
            <a:avLst/>
          </a:prstGeom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046E4DAC-76CC-4CA0-93AB-E58430C39BC3}"/>
              </a:ext>
            </a:extLst>
          </p:cNvPr>
          <p:cNvGrpSpPr/>
          <p:nvPr/>
        </p:nvGrpSpPr>
        <p:grpSpPr>
          <a:xfrm>
            <a:off x="0" y="3291387"/>
            <a:ext cx="12192000" cy="553998"/>
            <a:chOff x="0" y="3291387"/>
            <a:chExt cx="12192000" cy="553998"/>
          </a:xfrm>
        </p:grpSpPr>
        <p:sp>
          <p:nvSpPr>
            <p:cNvPr id="30" name="标题 1">
              <a:extLst>
                <a:ext uri="{FF2B5EF4-FFF2-40B4-BE49-F238E27FC236}">
                  <a16:creationId xmlns:a16="http://schemas.microsoft.com/office/drawing/2014/main" id="{B1037BBF-E576-4FC0-927C-7D04501109D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291387"/>
              <a:ext cx="12192000" cy="5539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zh-CN" altLang="en-US" dirty="0">
                <a:solidFill>
                  <a:schemeClr val="bg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endParaRP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7AD67DB4-DFF0-43A0-9706-C7E64D770AC9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570" y="3317578"/>
              <a:ext cx="1478585" cy="522732"/>
            </a:xfrm>
            <a:prstGeom prst="rect">
              <a:avLst/>
            </a:prstGeom>
          </p:spPr>
        </p:pic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9CCA9AA6-DD3D-4ABA-BC4F-49550458DDA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5" y="4073616"/>
            <a:ext cx="10059924" cy="1766620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0F4FDBB4-9CCB-4AA2-8144-8C92147C6A0B}"/>
              </a:ext>
            </a:extLst>
          </p:cNvPr>
          <p:cNvGrpSpPr/>
          <p:nvPr/>
        </p:nvGrpSpPr>
        <p:grpSpPr>
          <a:xfrm>
            <a:off x="6532133" y="4291638"/>
            <a:ext cx="3588200" cy="2156783"/>
            <a:chOff x="6532133" y="4291638"/>
            <a:chExt cx="3588200" cy="215678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CCEADD9-76B8-4FD0-B059-E4B078871080}"/>
                </a:ext>
              </a:extLst>
            </p:cNvPr>
            <p:cNvGrpSpPr/>
            <p:nvPr/>
          </p:nvGrpSpPr>
          <p:grpSpPr>
            <a:xfrm>
              <a:off x="6532133" y="4291638"/>
              <a:ext cx="3548729" cy="2156783"/>
              <a:chOff x="6532133" y="4291638"/>
              <a:chExt cx="3548729" cy="2156783"/>
            </a:xfrm>
          </p:grpSpPr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8FFF50F9-87B9-4935-B941-4E0ED2F8C19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9436" y="4291638"/>
                <a:ext cx="1811426" cy="561137"/>
              </a:xfrm>
              <a:prstGeom prst="rect">
                <a:avLst/>
              </a:prstGeom>
              <a:solidFill>
                <a:srgbClr val="FF0000">
                  <a:alpha val="39000"/>
                </a:srgbClr>
              </a:solidFill>
            </p:spPr>
          </p:pic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D9CB15FD-3C06-4D56-AB59-EAEE45C1728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38965" y="5994355"/>
                <a:ext cx="975055" cy="354178"/>
              </a:xfrm>
              <a:prstGeom prst="rect">
                <a:avLst/>
              </a:prstGeom>
            </p:spPr>
          </p:pic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F684E98-4B22-4672-9A16-D1814531C80E}"/>
                  </a:ext>
                </a:extLst>
              </p:cNvPr>
              <p:cNvSpPr/>
              <p:nvPr/>
            </p:nvSpPr>
            <p:spPr>
              <a:xfrm>
                <a:off x="6532133" y="4404824"/>
                <a:ext cx="1188720" cy="20435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E110E2A-4B63-4D69-B864-A0183A5D16B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9964" y="5840236"/>
              <a:ext cx="1890369" cy="535534"/>
            </a:xfrm>
            <a:prstGeom prst="rect">
              <a:avLst/>
            </a:prstGeom>
            <a:solidFill>
              <a:srgbClr val="FF0000">
                <a:alpha val="39000"/>
              </a:srgbClr>
            </a:solidFill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E47438F-B8B4-40CB-8DC9-260AA28F2254}"/>
              </a:ext>
            </a:extLst>
          </p:cNvPr>
          <p:cNvGrpSpPr/>
          <p:nvPr/>
        </p:nvGrpSpPr>
        <p:grpSpPr>
          <a:xfrm>
            <a:off x="3707134" y="4915531"/>
            <a:ext cx="800219" cy="1532890"/>
            <a:chOff x="3707134" y="4915531"/>
            <a:chExt cx="800219" cy="1532890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90682E89-51AB-4012-A741-3ABCC4F38D61}"/>
                </a:ext>
              </a:extLst>
            </p:cNvPr>
            <p:cNvGrpSpPr/>
            <p:nvPr/>
          </p:nvGrpSpPr>
          <p:grpSpPr>
            <a:xfrm>
              <a:off x="3867611" y="4915531"/>
              <a:ext cx="443063" cy="889987"/>
              <a:chOff x="3867611" y="4915531"/>
              <a:chExt cx="443063" cy="889987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B8F39CC-2453-4B6D-BA3E-A395173AE752}"/>
                  </a:ext>
                </a:extLst>
              </p:cNvPr>
              <p:cNvSpPr/>
              <p:nvPr/>
            </p:nvSpPr>
            <p:spPr>
              <a:xfrm>
                <a:off x="3867611" y="4915531"/>
                <a:ext cx="406859" cy="378895"/>
              </a:xfrm>
              <a:prstGeom prst="rect">
                <a:avLst/>
              </a:prstGeom>
              <a:solidFill>
                <a:schemeClr val="accent1">
                  <a:alpha val="2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C719539F-E77C-4EA7-A466-494306D2F541}"/>
                  </a:ext>
                </a:extLst>
              </p:cNvPr>
              <p:cNvSpPr/>
              <p:nvPr/>
            </p:nvSpPr>
            <p:spPr>
              <a:xfrm>
                <a:off x="3903815" y="5426623"/>
                <a:ext cx="406859" cy="378895"/>
              </a:xfrm>
              <a:prstGeom prst="rect">
                <a:avLst/>
              </a:prstGeom>
              <a:solidFill>
                <a:schemeClr val="accent1">
                  <a:alpha val="2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F8784D6-9A82-48B6-9ED8-6A34827F1D64}"/>
                </a:ext>
              </a:extLst>
            </p:cNvPr>
            <p:cNvSpPr txBox="1"/>
            <p:nvPr/>
          </p:nvSpPr>
          <p:spPr>
            <a:xfrm>
              <a:off x="3707134" y="5986756"/>
              <a:ext cx="800219" cy="461665"/>
            </a:xfrm>
            <a:prstGeom prst="rect">
              <a:avLst/>
            </a:prstGeom>
            <a:solidFill>
              <a:schemeClr val="accent1">
                <a:alpha val="28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主项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E275230-0329-474F-A194-139354979817}"/>
              </a:ext>
            </a:extLst>
          </p:cNvPr>
          <p:cNvSpPr txBox="1"/>
          <p:nvPr/>
        </p:nvSpPr>
        <p:spPr>
          <a:xfrm>
            <a:off x="0" y="3291387"/>
            <a:ext cx="765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  <a:endParaRPr lang="zh-CN" altLang="en-US" sz="3000" dirty="0"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574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5EF357B-5016-4683-A6AF-0D2DFD56E96D}"/>
              </a:ext>
            </a:extLst>
          </p:cNvPr>
          <p:cNvSpPr/>
          <p:nvPr/>
        </p:nvSpPr>
        <p:spPr>
          <a:xfrm>
            <a:off x="0" y="1274380"/>
            <a:ext cx="12192000" cy="5583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3C659-1338-45FC-914F-4C8F2B1CE334}"/>
              </a:ext>
            </a:extLst>
          </p:cNvPr>
          <p:cNvSpPr txBox="1"/>
          <p:nvPr/>
        </p:nvSpPr>
        <p:spPr>
          <a:xfrm>
            <a:off x="0" y="1482041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去心邻域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62A12-E653-4E37-BBFC-E34C313E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4010D02-F971-408F-BAF6-A3F537247E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93" y="1593409"/>
            <a:ext cx="10488777" cy="403250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EA77092-0A76-4254-B177-6FD6512AF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66025"/>
              </p:ext>
            </p:extLst>
          </p:nvPr>
        </p:nvGraphicFramePr>
        <p:xfrm>
          <a:off x="2087571" y="2351440"/>
          <a:ext cx="812800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017">
                  <a:extLst>
                    <a:ext uri="{9D8B030D-6E8A-4147-A177-3AD203B41FA5}">
                      <a16:colId xmlns:a16="http://schemas.microsoft.com/office/drawing/2014/main" val="4036736515"/>
                    </a:ext>
                  </a:extLst>
                </a:gridCol>
                <a:gridCol w="3182718">
                  <a:extLst>
                    <a:ext uri="{9D8B030D-6E8A-4147-A177-3AD203B41FA5}">
                      <a16:colId xmlns:a16="http://schemas.microsoft.com/office/drawing/2014/main" val="3675131220"/>
                    </a:ext>
                  </a:extLst>
                </a:gridCol>
                <a:gridCol w="3668265">
                  <a:extLst>
                    <a:ext uri="{9D8B030D-6E8A-4147-A177-3AD203B41FA5}">
                      <a16:colId xmlns:a16="http://schemas.microsoft.com/office/drawing/2014/main" val="2471317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7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1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96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55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2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35295"/>
                  </a:ext>
                </a:extLst>
              </a:tr>
            </a:tbl>
          </a:graphicData>
        </a:graphic>
      </p:graphicFrame>
      <p:grpSp>
        <p:nvGrpSpPr>
          <p:cNvPr id="82" name="组合 81">
            <a:extLst>
              <a:ext uri="{FF2B5EF4-FFF2-40B4-BE49-F238E27FC236}">
                <a16:creationId xmlns:a16="http://schemas.microsoft.com/office/drawing/2014/main" id="{8E74F55A-95FB-4F87-BC9C-CD0B71E0CA8B}"/>
              </a:ext>
            </a:extLst>
          </p:cNvPr>
          <p:cNvGrpSpPr/>
          <p:nvPr/>
        </p:nvGrpSpPr>
        <p:grpSpPr>
          <a:xfrm>
            <a:off x="2656195" y="2468064"/>
            <a:ext cx="6879610" cy="332842"/>
            <a:chOff x="2656195" y="2513532"/>
            <a:chExt cx="6879610" cy="332842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9329785-D063-49FD-9763-CBC64AAD6FEB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6195" y="2599943"/>
              <a:ext cx="140818" cy="16002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8C079AE-9954-4828-B232-90E3BD517CCB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15" y="2513532"/>
              <a:ext cx="2005590" cy="332842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88983BB4-FB53-427C-A728-A2C9E479DF28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7232" y="2516802"/>
              <a:ext cx="1271739" cy="326301"/>
            </a:xfrm>
            <a:prstGeom prst="rect">
              <a:avLst/>
            </a:prstGeom>
          </p:spPr>
        </p:pic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25914A7-E82A-455E-9577-62E98AD63EB8}"/>
              </a:ext>
            </a:extLst>
          </p:cNvPr>
          <p:cNvGrpSpPr/>
          <p:nvPr/>
        </p:nvGrpSpPr>
        <p:grpSpPr>
          <a:xfrm>
            <a:off x="2635925" y="3012293"/>
            <a:ext cx="6258324" cy="371239"/>
            <a:chOff x="2635925" y="3057761"/>
            <a:chExt cx="6258324" cy="371239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718C1BC-C6D6-4A3B-9DD7-318253A14C3C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5925" y="3184061"/>
              <a:ext cx="322175" cy="213360"/>
            </a:xfrm>
            <a:prstGeom prst="rect">
              <a:avLst/>
            </a:prstGeom>
          </p:spPr>
        </p:pic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3EE29D4D-176F-4E56-A4E2-35E4AFFFCC42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068" y="3079090"/>
              <a:ext cx="2611538" cy="349910"/>
            </a:xfrm>
            <a:prstGeom prst="rect">
              <a:avLst/>
            </a:prstGeom>
          </p:spPr>
        </p:pic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F5100F6F-B260-4119-A9E7-5F4840946524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8910" y="3057761"/>
              <a:ext cx="1075339" cy="354178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C30B06-7932-4B51-888C-EBF9AB7F497C}"/>
              </a:ext>
            </a:extLst>
          </p:cNvPr>
          <p:cNvGrpSpPr/>
          <p:nvPr/>
        </p:nvGrpSpPr>
        <p:grpSpPr>
          <a:xfrm>
            <a:off x="2599653" y="3617472"/>
            <a:ext cx="6752253" cy="403250"/>
            <a:chOff x="2599653" y="3617472"/>
            <a:chExt cx="6752253" cy="403250"/>
          </a:xfrm>
        </p:grpSpPr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0AC3584B-DB54-45DC-8BE2-4FD2437C666F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9653" y="3617472"/>
              <a:ext cx="394718" cy="4032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8CDFFB3-52AB-4194-A020-B95D762B1391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2089" y="3642008"/>
              <a:ext cx="1689817" cy="354178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62ABA61-464D-43FA-88FB-0161F4DDDE74}"/>
              </a:ext>
            </a:extLst>
          </p:cNvPr>
          <p:cNvGrpSpPr/>
          <p:nvPr/>
        </p:nvGrpSpPr>
        <p:grpSpPr>
          <a:xfrm>
            <a:off x="2599653" y="4188518"/>
            <a:ext cx="6733050" cy="354178"/>
            <a:chOff x="2599653" y="4188518"/>
            <a:chExt cx="6733050" cy="354178"/>
          </a:xfrm>
        </p:grpSpPr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17DCFC1A-0B92-439E-90FB-4B30AA107C3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9653" y="4219346"/>
              <a:ext cx="390451" cy="31790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FAE7800-B0A9-4D68-8A0E-66961F3459BD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2088" y="4188518"/>
              <a:ext cx="1670615" cy="354178"/>
            </a:xfrm>
            <a:prstGeom prst="rect">
              <a:avLst/>
            </a:prstGeom>
          </p:spPr>
        </p:pic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A60BCD9-4F01-42B3-86DC-B3BEDCC66CC1}"/>
              </a:ext>
            </a:extLst>
          </p:cNvPr>
          <p:cNvGrpSpPr/>
          <p:nvPr/>
        </p:nvGrpSpPr>
        <p:grpSpPr>
          <a:xfrm>
            <a:off x="2503641" y="4777647"/>
            <a:ext cx="6408740" cy="354178"/>
            <a:chOff x="2503641" y="4823115"/>
            <a:chExt cx="6408740" cy="354178"/>
          </a:xfrm>
        </p:grpSpPr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FD684B39-EE57-4407-A7E4-72E844B15356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3641" y="4919127"/>
              <a:ext cx="582473" cy="162154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9C11CA26-41C4-4602-8EE8-A066A58CAA5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7426" y="4823115"/>
              <a:ext cx="1145747" cy="354178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734749B7-8732-4EF2-B87A-A375359536A4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6634" y="4823115"/>
              <a:ext cx="1145747" cy="354178"/>
            </a:xfrm>
            <a:prstGeom prst="rect">
              <a:avLst/>
            </a:prstGeom>
          </p:spPr>
        </p:pic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030DB958-B5E4-4FEC-8CFB-26EEE57D23DD}"/>
              </a:ext>
            </a:extLst>
          </p:cNvPr>
          <p:cNvGrpSpPr/>
          <p:nvPr/>
        </p:nvGrpSpPr>
        <p:grpSpPr>
          <a:xfrm>
            <a:off x="2484788" y="5354985"/>
            <a:ext cx="6444661" cy="358420"/>
            <a:chOff x="2484788" y="5400453"/>
            <a:chExt cx="6444661" cy="358420"/>
          </a:xfrm>
        </p:grpSpPr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9D2564FB-D256-4AFB-8C65-DCFA8D79FCB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4788" y="5435657"/>
              <a:ext cx="591007" cy="236830"/>
            </a:xfrm>
            <a:prstGeom prst="rect">
              <a:avLst/>
            </a:prstGeom>
          </p:spPr>
        </p:pic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814DD718-D272-4FE6-8410-219442C2574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7425" y="5400453"/>
              <a:ext cx="1179885" cy="354178"/>
            </a:xfrm>
            <a:prstGeom prst="rect">
              <a:avLst/>
            </a:prstGeom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63D6F9D7-3C93-4C3E-AFD8-B4540FCF549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564" y="5404695"/>
              <a:ext cx="1179885" cy="354178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B828225-F30F-4160-B978-ED89CA2D9A16}"/>
              </a:ext>
            </a:extLst>
          </p:cNvPr>
          <p:cNvGrpSpPr/>
          <p:nvPr/>
        </p:nvGrpSpPr>
        <p:grpSpPr>
          <a:xfrm>
            <a:off x="2622404" y="5931255"/>
            <a:ext cx="7094345" cy="365198"/>
            <a:chOff x="2622404" y="5931255"/>
            <a:chExt cx="7094345" cy="365198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AF933D8-AF50-4353-87AC-CF3329BAA95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2404" y="6027268"/>
              <a:ext cx="315773" cy="16215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7028116-5B98-4069-B591-4DD3E1F1565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366" y="5931255"/>
              <a:ext cx="2788625" cy="354178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59297F5-6C25-4F97-BDDC-9C1A0D4EC34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124" y="5942275"/>
              <a:ext cx="2788625" cy="3541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917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5EF357B-5016-4683-A6AF-0D2DFD56E96D}"/>
              </a:ext>
            </a:extLst>
          </p:cNvPr>
          <p:cNvSpPr/>
          <p:nvPr/>
        </p:nvSpPr>
        <p:spPr>
          <a:xfrm>
            <a:off x="0" y="1264276"/>
            <a:ext cx="12191999" cy="298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3C659-1338-45FC-914F-4C8F2B1CE334}"/>
              </a:ext>
            </a:extLst>
          </p:cNvPr>
          <p:cNvSpPr txBox="1"/>
          <p:nvPr/>
        </p:nvSpPr>
        <p:spPr>
          <a:xfrm>
            <a:off x="0" y="1482041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极限的统一定义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4911AE-DF28-4A62-9230-C4F8FA418D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93" y="1608573"/>
            <a:ext cx="10736277" cy="2404566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3BBDBA08-E171-4DAD-BE76-B49EA0AC0909}"/>
              </a:ext>
            </a:extLst>
          </p:cNvPr>
          <p:cNvSpPr/>
          <p:nvPr/>
        </p:nvSpPr>
        <p:spPr>
          <a:xfrm>
            <a:off x="-1" y="4545282"/>
            <a:ext cx="12192000" cy="2128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BAAA4FF-3A30-435C-860B-0FBF343094DD}"/>
              </a:ext>
            </a:extLst>
          </p:cNvPr>
          <p:cNvSpPr txBox="1"/>
          <p:nvPr/>
        </p:nvSpPr>
        <p:spPr>
          <a:xfrm>
            <a:off x="-36312" y="4759888"/>
            <a:ext cx="765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注：</a:t>
            </a:r>
            <a:endParaRPr lang="zh-CN" altLang="en-US" sz="3000" dirty="0"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01D39E84-1920-4558-8D9A-D30252760F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23" y="4892555"/>
            <a:ext cx="11414763" cy="143377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F29D6A10-C671-409D-A9F7-46F8CDF977CE}"/>
              </a:ext>
            </a:extLst>
          </p:cNvPr>
          <p:cNvGrpSpPr/>
          <p:nvPr/>
        </p:nvGrpSpPr>
        <p:grpSpPr>
          <a:xfrm>
            <a:off x="5353470" y="2666664"/>
            <a:ext cx="2888211" cy="426989"/>
            <a:chOff x="5353470" y="2666664"/>
            <a:chExt cx="2888211" cy="42698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643AFC8-E1B9-4F55-BB01-CEFA0D05A986}"/>
                </a:ext>
              </a:extLst>
            </p:cNvPr>
            <p:cNvSpPr/>
            <p:nvPr/>
          </p:nvSpPr>
          <p:spPr>
            <a:xfrm>
              <a:off x="5353470" y="2666664"/>
              <a:ext cx="704934" cy="4269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3EBBE15-4C2F-4085-867C-04D0F01465E5}"/>
                </a:ext>
              </a:extLst>
            </p:cNvPr>
            <p:cNvSpPr/>
            <p:nvPr/>
          </p:nvSpPr>
          <p:spPr>
            <a:xfrm>
              <a:off x="7536747" y="2666664"/>
              <a:ext cx="704934" cy="4269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374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28997BEF-8C44-4D50-9484-A0697C2024B0}"/>
              </a:ext>
            </a:extLst>
          </p:cNvPr>
          <p:cNvSpPr/>
          <p:nvPr/>
        </p:nvSpPr>
        <p:spPr>
          <a:xfrm>
            <a:off x="0" y="3576769"/>
            <a:ext cx="12192000" cy="3281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无穷大量</a:t>
            </a:r>
          </a:p>
        </p:txBody>
      </p:sp>
      <p:sp>
        <p:nvSpPr>
          <p:cNvPr id="8" name="灯片编号占位符 2 1">
            <a:extLst>
              <a:ext uri="{FF2B5EF4-FFF2-40B4-BE49-F238E27FC236}">
                <a16:creationId xmlns:a16="http://schemas.microsoft.com/office/drawing/2014/main" id="{9A092453-4791-4560-A5A9-96213BFA81B4}"/>
              </a:ext>
            </a:extLst>
          </p:cNvPr>
          <p:cNvSpPr txBox="1">
            <a:spLocks/>
          </p:cNvSpPr>
          <p:nvPr/>
        </p:nvSpPr>
        <p:spPr>
          <a:xfrm>
            <a:off x="8608495" y="19221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BB6316-EED1-47C1-936C-1EF74D816850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D9E176-50B7-4D82-B5B3-597C01E0918C}"/>
              </a:ext>
            </a:extLst>
          </p:cNvPr>
          <p:cNvSpPr/>
          <p:nvPr/>
        </p:nvSpPr>
        <p:spPr>
          <a:xfrm>
            <a:off x="1" y="1387705"/>
            <a:ext cx="12191999" cy="13807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B5538C-6CD8-4040-9292-73D830E8B53D}"/>
              </a:ext>
            </a:extLst>
          </p:cNvPr>
          <p:cNvSpPr txBox="1"/>
          <p:nvPr/>
        </p:nvSpPr>
        <p:spPr>
          <a:xfrm>
            <a:off x="0" y="1392705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4693D96-3AC8-4AA7-9201-A95C676F90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7" y="1523454"/>
            <a:ext cx="9650274" cy="1060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B3D8075-7377-46BC-B4B0-8349F1CD91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34" y="3007261"/>
            <a:ext cx="7211570" cy="330707"/>
          </a:xfrm>
          <a:prstGeom prst="rect">
            <a:avLst/>
          </a:prstGeom>
        </p:spPr>
      </p:pic>
      <p:sp>
        <p:nvSpPr>
          <p:cNvPr id="52" name="灯片编号占位符 2 2">
            <a:extLst>
              <a:ext uri="{FF2B5EF4-FFF2-40B4-BE49-F238E27FC236}">
                <a16:creationId xmlns:a16="http://schemas.microsoft.com/office/drawing/2014/main" id="{F5479273-35CA-4153-A1D6-DC2F225F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6BB6316-EED1-47C1-936C-1EF74D816850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E616972-4D30-48ED-A8F3-6C051617EFB4}"/>
              </a:ext>
            </a:extLst>
          </p:cNvPr>
          <p:cNvSpPr txBox="1"/>
          <p:nvPr/>
        </p:nvSpPr>
        <p:spPr>
          <a:xfrm>
            <a:off x="46309" y="3621450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复合极限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56DA57-1174-4EF1-9112-EEFB6B77B8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08" y="3888183"/>
            <a:ext cx="4834737" cy="1098805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3CE25313-AD24-4C45-BB6C-847873D8C7A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981" y="4154919"/>
            <a:ext cx="3166262" cy="4821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E71C8D-81B9-4A94-97B9-75EA393BCA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08" y="5446171"/>
            <a:ext cx="4787798" cy="1098805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9F62F1CE-CFEA-4A57-9E2C-90A23FD05F2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981" y="5712907"/>
            <a:ext cx="3166262" cy="482194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DF7B8F07-79FB-4F73-B3A2-E8D2D61B5B38}"/>
              </a:ext>
            </a:extLst>
          </p:cNvPr>
          <p:cNvSpPr txBox="1"/>
          <p:nvPr/>
        </p:nvSpPr>
        <p:spPr>
          <a:xfrm>
            <a:off x="7114671" y="5627854"/>
            <a:ext cx="633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9551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F28E120-AF5E-45C5-8D84-33024951AC80}"/>
              </a:ext>
            </a:extLst>
          </p:cNvPr>
          <p:cNvSpPr/>
          <p:nvPr/>
        </p:nvSpPr>
        <p:spPr>
          <a:xfrm>
            <a:off x="0" y="0"/>
            <a:ext cx="12192000" cy="3854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D97D11-C7D0-4F81-86D1-D9473F4E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4EBF60-FDAA-45BB-929A-7A56A191878F}"/>
              </a:ext>
            </a:extLst>
          </p:cNvPr>
          <p:cNvSpPr txBox="1"/>
          <p:nvPr/>
        </p:nvSpPr>
        <p:spPr>
          <a:xfrm>
            <a:off x="51361" y="256862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四则运算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521B1C-6D14-4C09-8021-F43599E50F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16" y="523596"/>
            <a:ext cx="4233063" cy="48219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1A2F792-8648-4BA0-9F1F-BABC471FC8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20" y="1057182"/>
            <a:ext cx="11860684" cy="25496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1881FA-651B-4FDF-928B-33631AF70DD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09" y="4013938"/>
            <a:ext cx="8944052" cy="2707537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97AE59FE-4DC9-4237-BDA2-44BA743BFE62}"/>
              </a:ext>
            </a:extLst>
          </p:cNvPr>
          <p:cNvGrpSpPr/>
          <p:nvPr/>
        </p:nvGrpSpPr>
        <p:grpSpPr>
          <a:xfrm>
            <a:off x="5149516" y="1775861"/>
            <a:ext cx="6771372" cy="514952"/>
            <a:chOff x="5149516" y="1775861"/>
            <a:chExt cx="6771372" cy="51495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0A30560-16D9-4990-8227-7FA17E3A1453}"/>
                </a:ext>
              </a:extLst>
            </p:cNvPr>
            <p:cNvSpPr/>
            <p:nvPr/>
          </p:nvSpPr>
          <p:spPr>
            <a:xfrm>
              <a:off x="5149516" y="1775861"/>
              <a:ext cx="4918509" cy="51495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A6B755E-3FF5-4800-8D9A-422836F5844A}"/>
                </a:ext>
              </a:extLst>
            </p:cNvPr>
            <p:cNvSpPr/>
            <p:nvPr/>
          </p:nvSpPr>
          <p:spPr>
            <a:xfrm>
              <a:off x="11223057" y="1775861"/>
              <a:ext cx="697831" cy="514952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9CC62C8-D6BD-496A-9599-E983BB525FA3}"/>
              </a:ext>
            </a:extLst>
          </p:cNvPr>
          <p:cNvSpPr/>
          <p:nvPr/>
        </p:nvSpPr>
        <p:spPr>
          <a:xfrm>
            <a:off x="980709" y="3940508"/>
            <a:ext cx="2702151" cy="3940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B7E980F-260C-4F73-B0DF-374A5F6D1AA8}"/>
              </a:ext>
            </a:extLst>
          </p:cNvPr>
          <p:cNvSpPr/>
          <p:nvPr/>
        </p:nvSpPr>
        <p:spPr>
          <a:xfrm>
            <a:off x="7052499" y="523698"/>
            <a:ext cx="4868389" cy="7489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未定型：两个无穷大，或者为相反的无穷大，或者其中至少有一个为∞</a:t>
            </a:r>
          </a:p>
        </p:txBody>
      </p:sp>
    </p:spTree>
    <p:extLst>
      <p:ext uri="{BB962C8B-B14F-4D97-AF65-F5344CB8AC3E}">
        <p14:creationId xmlns:p14="http://schemas.microsoft.com/office/powerpoint/2010/main" val="144957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F28E120-AF5E-45C5-8D84-33024951AC80}"/>
              </a:ext>
            </a:extLst>
          </p:cNvPr>
          <p:cNvSpPr/>
          <p:nvPr/>
        </p:nvSpPr>
        <p:spPr>
          <a:xfrm>
            <a:off x="0" y="0"/>
            <a:ext cx="12192000" cy="3854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4EBF60-FDAA-45BB-929A-7A56A191878F}"/>
              </a:ext>
            </a:extLst>
          </p:cNvPr>
          <p:cNvSpPr txBox="1"/>
          <p:nvPr/>
        </p:nvSpPr>
        <p:spPr>
          <a:xfrm>
            <a:off x="51361" y="256862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四则运算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521B1C-6D14-4C09-8021-F43599E50F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16" y="523596"/>
            <a:ext cx="4233063" cy="4821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C3161B-5D13-4C75-B132-310C86BFB7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0" y="1096594"/>
            <a:ext cx="10030055" cy="254965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CB7E980F-260C-4F73-B0DF-374A5F6D1AA8}"/>
              </a:ext>
            </a:extLst>
          </p:cNvPr>
          <p:cNvSpPr/>
          <p:nvPr/>
        </p:nvSpPr>
        <p:spPr>
          <a:xfrm>
            <a:off x="6006749" y="523698"/>
            <a:ext cx="5914139" cy="48209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未定型：一个极限为零，另一个极限为无穷大</a:t>
            </a:r>
          </a:p>
        </p:txBody>
      </p:sp>
      <p:sp>
        <p:nvSpPr>
          <p:cNvPr id="34" name="灯片编号占位符 1">
            <a:extLst>
              <a:ext uri="{FF2B5EF4-FFF2-40B4-BE49-F238E27FC236}">
                <a16:creationId xmlns:a16="http://schemas.microsoft.com/office/drawing/2014/main" id="{A36796A7-9B92-496B-81FB-ED9D7BA75CE6}"/>
              </a:ext>
            </a:extLst>
          </p:cNvPr>
          <p:cNvSpPr txBox="1">
            <a:spLocks/>
          </p:cNvSpPr>
          <p:nvPr/>
        </p:nvSpPr>
        <p:spPr>
          <a:xfrm>
            <a:off x="9272404" y="64472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BB6316-EED1-47C1-936C-1EF74D81685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98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D22E93-1D6F-4018-A2F8-A1349376DC7E}"/>
              </a:ext>
            </a:extLst>
          </p:cNvPr>
          <p:cNvSpPr/>
          <p:nvPr/>
        </p:nvSpPr>
        <p:spPr>
          <a:xfrm>
            <a:off x="0" y="-207129"/>
            <a:ext cx="12192000" cy="2985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DE42AD-CA4F-4F84-B01B-4AF2569D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0953" y="6073509"/>
            <a:ext cx="2743200" cy="365125"/>
          </a:xfrm>
        </p:spPr>
        <p:txBody>
          <a:bodyPr/>
          <a:lstStyle/>
          <a:p>
            <a:fld id="{76BB6316-EED1-47C1-936C-1EF74D81685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2CBA04-1AF2-4C64-AB86-313CCD823A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325" y="1108224"/>
            <a:ext cx="2035455" cy="4821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3FFCEE-36D7-4884-A24A-BE1E331360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17" y="0"/>
            <a:ext cx="7121958" cy="25496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7F719C8-673C-4C69-84E0-3506BF76AD0B}"/>
              </a:ext>
            </a:extLst>
          </p:cNvPr>
          <p:cNvSpPr txBox="1"/>
          <p:nvPr/>
        </p:nvSpPr>
        <p:spPr>
          <a:xfrm>
            <a:off x="66517" y="-46254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四则运算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869501-2A99-479E-B058-B6AF3CECD117}"/>
              </a:ext>
            </a:extLst>
          </p:cNvPr>
          <p:cNvSpPr/>
          <p:nvPr/>
        </p:nvSpPr>
        <p:spPr>
          <a:xfrm>
            <a:off x="0" y="2985694"/>
            <a:ext cx="12192000" cy="1561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86C7E6-2944-4B70-A5BB-852C50EDEBF6}"/>
              </a:ext>
            </a:extLst>
          </p:cNvPr>
          <p:cNvSpPr txBox="1"/>
          <p:nvPr/>
        </p:nvSpPr>
        <p:spPr>
          <a:xfrm>
            <a:off x="66517" y="3175310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夹挤定理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10B825C-A6E7-4DDE-AC79-A4DCE2EE3E2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74" y="3296713"/>
            <a:ext cx="4706724" cy="4821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BDBA5E1-4B07-4B0E-A363-010DBF0C893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69" y="3296949"/>
            <a:ext cx="3108655" cy="482194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D7B750D-7285-4BFA-A027-5CA79AFD012C}"/>
              </a:ext>
            </a:extLst>
          </p:cNvPr>
          <p:cNvSpPr/>
          <p:nvPr/>
        </p:nvSpPr>
        <p:spPr>
          <a:xfrm>
            <a:off x="0" y="4754326"/>
            <a:ext cx="12192000" cy="21036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87CB486-0A54-4CA7-AA5A-695616137D5F}"/>
              </a:ext>
            </a:extLst>
          </p:cNvPr>
          <p:cNvSpPr txBox="1"/>
          <p:nvPr/>
        </p:nvSpPr>
        <p:spPr>
          <a:xfrm>
            <a:off x="66517" y="4945557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局部有界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8D0C1A65-FA8C-44EB-BDAB-0238EE9670E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72" y="5073144"/>
            <a:ext cx="3287879" cy="482194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A861B1B-22BE-4A5D-A8E2-C8C842275DF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14" y="5074636"/>
            <a:ext cx="6193841" cy="38191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88D11077-3A13-4E30-94D1-D716F16B534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325" y="5899021"/>
            <a:ext cx="3287879" cy="482194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FABA3B0-A7B3-4B73-822C-EE7230CA8FC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465" y="5874156"/>
            <a:ext cx="6193841" cy="3819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EDA0D44-90D2-4BD9-8297-F127DC69696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74" y="3964524"/>
            <a:ext cx="4693922" cy="48219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3104538-E19F-49ED-BF51-1D0C7707371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68" y="3964523"/>
            <a:ext cx="3108655" cy="4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25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5EF357B-5016-4683-A6AF-0D2DFD56E96D}"/>
              </a:ext>
            </a:extLst>
          </p:cNvPr>
          <p:cNvSpPr/>
          <p:nvPr/>
        </p:nvSpPr>
        <p:spPr>
          <a:xfrm>
            <a:off x="0" y="1264276"/>
            <a:ext cx="12191999" cy="16052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73C659-1338-45FC-914F-4C8F2B1CE334}"/>
              </a:ext>
            </a:extLst>
          </p:cNvPr>
          <p:cNvSpPr txBox="1"/>
          <p:nvPr/>
        </p:nvSpPr>
        <p:spPr>
          <a:xfrm>
            <a:off x="0" y="1482041"/>
            <a:ext cx="1046267" cy="582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数列和数列的极限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62A12-E653-4E37-BBFC-E34C313E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B270CF-9EF4-46AC-83F7-6A19AF9400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9" y="1608568"/>
            <a:ext cx="8165289" cy="108813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86BC93-8F00-480A-B20B-13D6181D48C3}"/>
              </a:ext>
            </a:extLst>
          </p:cNvPr>
          <p:cNvSpPr/>
          <p:nvPr/>
        </p:nvSpPr>
        <p:spPr>
          <a:xfrm>
            <a:off x="-1" y="2869499"/>
            <a:ext cx="12192000" cy="975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A34BAD-552F-4F09-82B8-5C80DB023A80}"/>
              </a:ext>
            </a:extLst>
          </p:cNvPr>
          <p:cNvSpPr txBox="1"/>
          <p:nvPr/>
        </p:nvSpPr>
        <p:spPr>
          <a:xfrm>
            <a:off x="-36312" y="3084104"/>
            <a:ext cx="7652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注：</a:t>
            </a:r>
            <a:endParaRPr lang="zh-CN" altLang="en-US" sz="3000" dirty="0"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70974A-6CE6-43A6-A7BF-24C2246DF7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68" y="3194683"/>
            <a:ext cx="4898747" cy="33284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7D8B091-1A2E-44BB-B453-C6CCBB0CB060}"/>
              </a:ext>
            </a:extLst>
          </p:cNvPr>
          <p:cNvSpPr/>
          <p:nvPr/>
        </p:nvSpPr>
        <p:spPr>
          <a:xfrm>
            <a:off x="0" y="3938450"/>
            <a:ext cx="12192000" cy="2919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灯片编号占位符 2 2">
            <a:extLst>
              <a:ext uri="{FF2B5EF4-FFF2-40B4-BE49-F238E27FC236}">
                <a16:creationId xmlns:a16="http://schemas.microsoft.com/office/drawing/2014/main" id="{E67A510D-F212-4980-8724-9FDBD5FDB9C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BB6316-EED1-47C1-936C-1EF74D81685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519537-5549-4CEF-9CC7-A53019622217}"/>
              </a:ext>
            </a:extLst>
          </p:cNvPr>
          <p:cNvSpPr txBox="1"/>
          <p:nvPr/>
        </p:nvSpPr>
        <p:spPr>
          <a:xfrm>
            <a:off x="-14686" y="4020553"/>
            <a:ext cx="1046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复合极限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A95FC2D-1494-4D1D-ABBA-BA942F7A0A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95" y="4181037"/>
            <a:ext cx="5560161" cy="13719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9DF368-3ECA-48D2-BBF8-532BBED63F6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671" y="4741635"/>
            <a:ext cx="3245205" cy="507797"/>
          </a:xfrm>
          <a:prstGeom prst="rect">
            <a:avLst/>
          </a:prstGeom>
        </p:spPr>
      </p:pic>
      <p:grpSp>
        <p:nvGrpSpPr>
          <p:cNvPr id="53" name="组合 52">
            <a:extLst>
              <a:ext uri="{FF2B5EF4-FFF2-40B4-BE49-F238E27FC236}">
                <a16:creationId xmlns:a16="http://schemas.microsoft.com/office/drawing/2014/main" id="{5DEB0835-0659-48AD-9D6A-190CC9CF8643}"/>
              </a:ext>
            </a:extLst>
          </p:cNvPr>
          <p:cNvGrpSpPr/>
          <p:nvPr/>
        </p:nvGrpSpPr>
        <p:grpSpPr>
          <a:xfrm>
            <a:off x="1289195" y="5698581"/>
            <a:ext cx="5560161" cy="1022894"/>
            <a:chOff x="1289195" y="5698581"/>
            <a:chExt cx="5560161" cy="102289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5F49F0B-32C1-4252-855B-B10EA3C72FB4}"/>
                </a:ext>
              </a:extLst>
            </p:cNvPr>
            <p:cNvSpPr/>
            <p:nvPr/>
          </p:nvSpPr>
          <p:spPr>
            <a:xfrm>
              <a:off x="1289195" y="5698581"/>
              <a:ext cx="5560161" cy="1022894"/>
            </a:xfrm>
            <a:prstGeom prst="rect">
              <a:avLst/>
            </a:prstGeom>
            <a:solidFill>
              <a:srgbClr val="FF000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CED467F-E2E8-4BCD-81F4-DC3D21898B8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9473" y="6025471"/>
              <a:ext cx="5359604" cy="369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848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92204B-46CF-4262-A682-684D2C7F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45A66C-906C-4797-A461-184DD05EFE07}"/>
              </a:ext>
            </a:extLst>
          </p:cNvPr>
          <p:cNvSpPr/>
          <p:nvPr/>
        </p:nvSpPr>
        <p:spPr>
          <a:xfrm>
            <a:off x="0" y="0"/>
            <a:ext cx="12192000" cy="2545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150E4D-0A78-4A47-96D8-4A5B8210D331}"/>
              </a:ext>
            </a:extLst>
          </p:cNvPr>
          <p:cNvSpPr txBox="1"/>
          <p:nvPr/>
        </p:nvSpPr>
        <p:spPr>
          <a:xfrm>
            <a:off x="0" y="82103"/>
            <a:ext cx="10462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复合极限</a:t>
            </a:r>
            <a:endParaRPr lang="en-US" altLang="zh-CN" sz="3000" dirty="0">
              <a:solidFill>
                <a:schemeClr val="accent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 algn="ctr"/>
            <a:r>
              <a:rPr lang="en-US" altLang="zh-CN" sz="3000" dirty="0">
                <a:solidFill>
                  <a:schemeClr val="accent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(2)</a:t>
            </a:r>
            <a:endParaRPr lang="zh-CN" altLang="en-US" sz="3000" dirty="0">
              <a:solidFill>
                <a:schemeClr val="accent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C4EC91F-9492-4E04-B74B-9BFFCB53C8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89" y="205047"/>
            <a:ext cx="8952584" cy="216133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A480D50-6B20-49C6-8D8F-7F532848C75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89" y="2813552"/>
            <a:ext cx="6454140" cy="381914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12E358F6-2774-42CA-B905-90D3E34BB807}"/>
              </a:ext>
            </a:extLst>
          </p:cNvPr>
          <p:cNvGrpSpPr/>
          <p:nvPr/>
        </p:nvGrpSpPr>
        <p:grpSpPr>
          <a:xfrm>
            <a:off x="177394" y="3515418"/>
            <a:ext cx="8155124" cy="656979"/>
            <a:chOff x="955776" y="3525198"/>
            <a:chExt cx="8155124" cy="65697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E1D5B82-2929-418A-8198-7CC5489BCA08}"/>
                </a:ext>
              </a:extLst>
            </p:cNvPr>
            <p:cNvSpPr/>
            <p:nvPr/>
          </p:nvSpPr>
          <p:spPr>
            <a:xfrm>
              <a:off x="955776" y="3525198"/>
              <a:ext cx="8155124" cy="6569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1FAC46A-C884-4B9F-A818-9211FB10A35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589" y="3627442"/>
              <a:ext cx="7499604" cy="554735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1EACA8D6-EE63-4956-BA71-8B031745A4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4" y="4399720"/>
            <a:ext cx="11935358" cy="221253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504D914-4301-408D-93FA-0D5B6DDB7922}"/>
              </a:ext>
            </a:extLst>
          </p:cNvPr>
          <p:cNvSpPr/>
          <p:nvPr/>
        </p:nvSpPr>
        <p:spPr>
          <a:xfrm>
            <a:off x="9776599" y="5058825"/>
            <a:ext cx="2238007" cy="107202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8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单射条件用在哪里了？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CC4182-E042-4564-B1C0-75730F6B3AC0}"/>
              </a:ext>
            </a:extLst>
          </p:cNvPr>
          <p:cNvSpPr txBox="1"/>
          <p:nvPr/>
        </p:nvSpPr>
        <p:spPr>
          <a:xfrm>
            <a:off x="8347099" y="136525"/>
            <a:ext cx="3775393" cy="9541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依照原数列的先后次序</a:t>
            </a:r>
            <a:endParaRPr lang="en-US" altLang="zh-CN" sz="2800" dirty="0"/>
          </a:p>
          <a:p>
            <a:r>
              <a:rPr lang="zh-CN" altLang="en-US" sz="2800" dirty="0"/>
              <a:t>从中挑选出无穷多项</a:t>
            </a:r>
          </a:p>
        </p:txBody>
      </p:sp>
    </p:spTree>
    <p:extLst>
      <p:ext uri="{BB962C8B-B14F-4D97-AF65-F5344CB8AC3E}">
        <p14:creationId xmlns:p14="http://schemas.microsoft.com/office/powerpoint/2010/main" val="148881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0A886F1-4BD5-4CD4-BD9A-24F7B97F2BC1}"/>
              </a:ext>
            </a:extLst>
          </p:cNvPr>
          <p:cNvSpPr/>
          <p:nvPr/>
        </p:nvSpPr>
        <p:spPr>
          <a:xfrm>
            <a:off x="0" y="1324256"/>
            <a:ext cx="4356479" cy="55337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单调函数的极限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CE670B-7D21-4830-ADF1-28F112E7284F}"/>
              </a:ext>
            </a:extLst>
          </p:cNvPr>
          <p:cNvSpPr txBox="1"/>
          <p:nvPr/>
        </p:nvSpPr>
        <p:spPr>
          <a:xfrm>
            <a:off x="41453" y="1470317"/>
            <a:ext cx="39968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>
                    <a:lumMod val="75000"/>
                  </a:schemeClr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34C792-FC75-406D-A062-57C1CD53BC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8" y="2131957"/>
            <a:ext cx="4119982" cy="330921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E932E-3F1C-43D0-BCE5-A8BB70F4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11B6B4-4FEC-4164-AC61-CC3934BB4EF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947" y="2343713"/>
            <a:ext cx="6816853" cy="3307078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B419856-A350-45D9-86F1-B06410E278A4}"/>
              </a:ext>
            </a:extLst>
          </p:cNvPr>
          <p:cNvSpPr/>
          <p:nvPr/>
        </p:nvSpPr>
        <p:spPr>
          <a:xfrm>
            <a:off x="11183937" y="5435971"/>
            <a:ext cx="169863" cy="19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88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A91556-3ED8-402C-AEF4-C964E7AE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F1BE03-D5F6-47F3-A5A0-75134D5B5649}"/>
              </a:ext>
            </a:extLst>
          </p:cNvPr>
          <p:cNvSpPr/>
          <p:nvPr/>
        </p:nvSpPr>
        <p:spPr>
          <a:xfrm>
            <a:off x="0" y="0"/>
            <a:ext cx="12192000" cy="2229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3D0E11-16F1-4624-BA76-0F57106E873A}"/>
              </a:ext>
            </a:extLst>
          </p:cNvPr>
          <p:cNvSpPr txBox="1"/>
          <p:nvPr/>
        </p:nvSpPr>
        <p:spPr>
          <a:xfrm>
            <a:off x="41453" y="146061"/>
            <a:ext cx="39968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>
                    <a:lumMod val="75000"/>
                  </a:schemeClr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定理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528FD3D-3DF3-4676-95A8-B3C73D2B3F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755" y="218771"/>
            <a:ext cx="5961279" cy="179222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EF0615-7514-4533-8C6F-9BE773812CD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09" y="218772"/>
            <a:ext cx="1378306" cy="140390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D348D7B-0509-4399-94B7-A454DEAFF87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2" y="2448530"/>
            <a:ext cx="9419846" cy="219120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43B3E24-31D6-415E-9FFB-C3DA944FC6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9" y="4858500"/>
            <a:ext cx="8410654" cy="163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3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1A9908B-0EF9-4CC9-A7B7-69C2DBA8A4DA}"/>
              </a:ext>
            </a:extLst>
          </p:cNvPr>
          <p:cNvSpPr/>
          <p:nvPr/>
        </p:nvSpPr>
        <p:spPr>
          <a:xfrm>
            <a:off x="0" y="-3844"/>
            <a:ext cx="12192000" cy="11588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47FB59-4EE6-4028-A442-81A65914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01F6C2-7E31-47EB-B0E9-73CB18B02EF0}"/>
              </a:ext>
            </a:extLst>
          </p:cNvPr>
          <p:cNvSpPr txBox="1"/>
          <p:nvPr/>
        </p:nvSpPr>
        <p:spPr>
          <a:xfrm>
            <a:off x="203257" y="20243"/>
            <a:ext cx="39968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accent1">
                    <a:lumMod val="75000"/>
                  </a:schemeClr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推论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43C8805-2AF6-498A-93B2-E1C801E548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25" y="131519"/>
            <a:ext cx="8937652" cy="88544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1436A68-0832-419A-B0D6-FD26442613C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24" y="1511203"/>
            <a:ext cx="10702139" cy="33070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C93E0DD-BF1B-44ED-BA6A-FDED0E169ED7}"/>
              </a:ext>
            </a:extLst>
          </p:cNvPr>
          <p:cNvGrpSpPr/>
          <p:nvPr/>
        </p:nvGrpSpPr>
        <p:grpSpPr>
          <a:xfrm>
            <a:off x="2436173" y="2679766"/>
            <a:ext cx="6895519" cy="3538516"/>
            <a:chOff x="2436173" y="2679766"/>
            <a:chExt cx="6895519" cy="353851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39610AB-578F-4145-A018-91AADB5B0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6173" y="2679766"/>
              <a:ext cx="6895519" cy="3538516"/>
            </a:xfrm>
            <a:prstGeom prst="rect">
              <a:avLst/>
            </a:prstGeom>
          </p:spPr>
        </p:pic>
        <p:sp>
          <p:nvSpPr>
            <p:cNvPr id="14" name="星形: 五角 13">
              <a:extLst>
                <a:ext uri="{FF2B5EF4-FFF2-40B4-BE49-F238E27FC236}">
                  <a16:creationId xmlns:a16="http://schemas.microsoft.com/office/drawing/2014/main" id="{E947C21F-E34E-412D-9E90-6A878DB25247}"/>
                </a:ext>
              </a:extLst>
            </p:cNvPr>
            <p:cNvSpPr/>
            <p:nvPr/>
          </p:nvSpPr>
          <p:spPr>
            <a:xfrm>
              <a:off x="5350063" y="5984576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星形: 五角 14">
              <a:extLst>
                <a:ext uri="{FF2B5EF4-FFF2-40B4-BE49-F238E27FC236}">
                  <a16:creationId xmlns:a16="http://schemas.microsoft.com/office/drawing/2014/main" id="{0E50983A-0418-4B58-8A8A-E7F680EC331A}"/>
                </a:ext>
              </a:extLst>
            </p:cNvPr>
            <p:cNvSpPr/>
            <p:nvPr/>
          </p:nvSpPr>
          <p:spPr>
            <a:xfrm>
              <a:off x="5350063" y="5171421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星形: 五角 15">
              <a:extLst>
                <a:ext uri="{FF2B5EF4-FFF2-40B4-BE49-F238E27FC236}">
                  <a16:creationId xmlns:a16="http://schemas.microsoft.com/office/drawing/2014/main" id="{33D359CA-4439-491B-9836-1FB87A95B080}"/>
                </a:ext>
              </a:extLst>
            </p:cNvPr>
            <p:cNvSpPr/>
            <p:nvPr/>
          </p:nvSpPr>
          <p:spPr>
            <a:xfrm>
              <a:off x="5914548" y="5984575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星形: 五角 17">
              <a:extLst>
                <a:ext uri="{FF2B5EF4-FFF2-40B4-BE49-F238E27FC236}">
                  <a16:creationId xmlns:a16="http://schemas.microsoft.com/office/drawing/2014/main" id="{D6A2C476-6C54-466F-8512-0FFE21B9143D}"/>
                </a:ext>
              </a:extLst>
            </p:cNvPr>
            <p:cNvSpPr/>
            <p:nvPr/>
          </p:nvSpPr>
          <p:spPr>
            <a:xfrm>
              <a:off x="6461834" y="5984576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星形: 五角 18">
              <a:extLst>
                <a:ext uri="{FF2B5EF4-FFF2-40B4-BE49-F238E27FC236}">
                  <a16:creationId xmlns:a16="http://schemas.microsoft.com/office/drawing/2014/main" id="{D5D405CF-7ADD-4C28-A0DC-BBF4F8888B4B}"/>
                </a:ext>
              </a:extLst>
            </p:cNvPr>
            <p:cNvSpPr/>
            <p:nvPr/>
          </p:nvSpPr>
          <p:spPr>
            <a:xfrm>
              <a:off x="5894659" y="4321773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星形: 五角 19">
              <a:extLst>
                <a:ext uri="{FF2B5EF4-FFF2-40B4-BE49-F238E27FC236}">
                  <a16:creationId xmlns:a16="http://schemas.microsoft.com/office/drawing/2014/main" id="{EA3A1A20-12F2-4036-A9B8-A71E27484D68}"/>
                </a:ext>
              </a:extLst>
            </p:cNvPr>
            <p:cNvSpPr/>
            <p:nvPr/>
          </p:nvSpPr>
          <p:spPr>
            <a:xfrm>
              <a:off x="6427276" y="3443772"/>
              <a:ext cx="220818" cy="17537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9C5D290-97E8-4F48-8190-0B1D9661B08C}"/>
              </a:ext>
            </a:extLst>
          </p:cNvPr>
          <p:cNvGrpSpPr/>
          <p:nvPr/>
        </p:nvGrpSpPr>
        <p:grpSpPr>
          <a:xfrm>
            <a:off x="449217" y="3584643"/>
            <a:ext cx="4614029" cy="1649635"/>
            <a:chOff x="449217" y="3584643"/>
            <a:chExt cx="4614029" cy="164963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633B841-51CE-4FE2-8C98-08B64A71DD5F}"/>
                </a:ext>
              </a:extLst>
            </p:cNvPr>
            <p:cNvGrpSpPr/>
            <p:nvPr/>
          </p:nvGrpSpPr>
          <p:grpSpPr>
            <a:xfrm>
              <a:off x="4842428" y="3584643"/>
              <a:ext cx="220818" cy="1649635"/>
              <a:chOff x="11081863" y="3086442"/>
              <a:chExt cx="220818" cy="1649635"/>
            </a:xfrm>
          </p:grpSpPr>
          <p:sp>
            <p:nvSpPr>
              <p:cNvPr id="21" name="星形: 五角 20">
                <a:extLst>
                  <a:ext uri="{FF2B5EF4-FFF2-40B4-BE49-F238E27FC236}">
                    <a16:creationId xmlns:a16="http://schemas.microsoft.com/office/drawing/2014/main" id="{5FB2772C-CB04-4A16-87F8-0C07DE4022BB}"/>
                  </a:ext>
                </a:extLst>
              </p:cNvPr>
              <p:cNvSpPr/>
              <p:nvPr/>
            </p:nvSpPr>
            <p:spPr>
              <a:xfrm>
                <a:off x="11081863" y="4560701"/>
                <a:ext cx="220818" cy="175376"/>
              </a:xfrm>
              <a:prstGeom prst="star5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星形: 五角 21">
                <a:extLst>
                  <a:ext uri="{FF2B5EF4-FFF2-40B4-BE49-F238E27FC236}">
                    <a16:creationId xmlns:a16="http://schemas.microsoft.com/office/drawing/2014/main" id="{40A8FDA8-F8BB-4115-BE00-93BD72A0601D}"/>
                  </a:ext>
                </a:extLst>
              </p:cNvPr>
              <p:cNvSpPr/>
              <p:nvPr/>
            </p:nvSpPr>
            <p:spPr>
              <a:xfrm>
                <a:off x="11081863" y="3987185"/>
                <a:ext cx="220818" cy="175376"/>
              </a:xfrm>
              <a:prstGeom prst="star5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星形: 五角 22">
                <a:extLst>
                  <a:ext uri="{FF2B5EF4-FFF2-40B4-BE49-F238E27FC236}">
                    <a16:creationId xmlns:a16="http://schemas.microsoft.com/office/drawing/2014/main" id="{7B5DB370-47F5-4EC8-9F68-88497086EA5B}"/>
                  </a:ext>
                </a:extLst>
              </p:cNvPr>
              <p:cNvSpPr/>
              <p:nvPr/>
            </p:nvSpPr>
            <p:spPr>
              <a:xfrm>
                <a:off x="11081863" y="3086442"/>
                <a:ext cx="220818" cy="175376"/>
              </a:xfrm>
              <a:prstGeom prst="star5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086C72C-A5D9-4D36-B768-C52DBB2F322E}"/>
                </a:ext>
              </a:extLst>
            </p:cNvPr>
            <p:cNvGrpSpPr/>
            <p:nvPr/>
          </p:nvGrpSpPr>
          <p:grpSpPr>
            <a:xfrm>
              <a:off x="449217" y="4343654"/>
              <a:ext cx="1176996" cy="283464"/>
              <a:chOff x="9617789" y="4125997"/>
              <a:chExt cx="1176996" cy="283464"/>
            </a:xfrm>
          </p:grpSpPr>
          <p:sp>
            <p:nvSpPr>
              <p:cNvPr id="24" name="星形: 五角 23">
                <a:extLst>
                  <a:ext uri="{FF2B5EF4-FFF2-40B4-BE49-F238E27FC236}">
                    <a16:creationId xmlns:a16="http://schemas.microsoft.com/office/drawing/2014/main" id="{13A285BD-6CD1-4D14-826D-42938DFF2952}"/>
                  </a:ext>
                </a:extLst>
              </p:cNvPr>
              <p:cNvSpPr/>
              <p:nvPr/>
            </p:nvSpPr>
            <p:spPr>
              <a:xfrm>
                <a:off x="9617789" y="4180041"/>
                <a:ext cx="220818" cy="175376"/>
              </a:xfrm>
              <a:prstGeom prst="star5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E3FB0C63-1ADD-47E8-A577-A8CC10FE3EE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07817" y="4125997"/>
                <a:ext cx="886968" cy="283464"/>
              </a:xfrm>
              <a:prstGeom prst="rect">
                <a:avLst/>
              </a:prstGeom>
            </p:spPr>
          </p:pic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71EC430-8B1F-458C-822F-6478E3683867}"/>
              </a:ext>
            </a:extLst>
          </p:cNvPr>
          <p:cNvGrpSpPr/>
          <p:nvPr/>
        </p:nvGrpSpPr>
        <p:grpSpPr>
          <a:xfrm>
            <a:off x="5252723" y="3386359"/>
            <a:ext cx="4078969" cy="3201255"/>
            <a:chOff x="5252723" y="3386359"/>
            <a:chExt cx="4078969" cy="320125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4FC1A94-B378-4D38-B9EF-8C4A4E02B8CF}"/>
                </a:ext>
              </a:extLst>
            </p:cNvPr>
            <p:cNvGrpSpPr/>
            <p:nvPr/>
          </p:nvGrpSpPr>
          <p:grpSpPr>
            <a:xfrm>
              <a:off x="5252723" y="6189921"/>
              <a:ext cx="1527269" cy="397693"/>
              <a:chOff x="5252723" y="6189921"/>
              <a:chExt cx="1527269" cy="397693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5A2E975-38FA-4962-9955-2CC7C49272CD}"/>
                  </a:ext>
                </a:extLst>
              </p:cNvPr>
              <p:cNvSpPr txBox="1"/>
              <p:nvPr/>
            </p:nvSpPr>
            <p:spPr>
              <a:xfrm>
                <a:off x="5252723" y="621828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①</a:t>
                </a: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4045DDE-662D-41A5-89DA-644BB81FAD38}"/>
                  </a:ext>
                </a:extLst>
              </p:cNvPr>
              <p:cNvSpPr txBox="1"/>
              <p:nvPr/>
            </p:nvSpPr>
            <p:spPr>
              <a:xfrm>
                <a:off x="5817208" y="619686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②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3BB4B8-BE84-49E6-A5D2-135AF0659D79}"/>
                  </a:ext>
                </a:extLst>
              </p:cNvPr>
              <p:cNvSpPr txBox="1"/>
              <p:nvPr/>
            </p:nvSpPr>
            <p:spPr>
              <a:xfrm>
                <a:off x="6364494" y="6189921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③</a:t>
                </a: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A3E83CCA-55EA-40DD-9F7E-8462FADAC1DA}"/>
                </a:ext>
              </a:extLst>
            </p:cNvPr>
            <p:cNvGrpSpPr/>
            <p:nvPr/>
          </p:nvGrpSpPr>
          <p:grpSpPr>
            <a:xfrm>
              <a:off x="8916194" y="3386359"/>
              <a:ext cx="415498" cy="2032585"/>
              <a:chOff x="8916194" y="3386359"/>
              <a:chExt cx="415498" cy="2032585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2C877F7-229D-47FC-B894-F0B4545E293A}"/>
                  </a:ext>
                </a:extLst>
              </p:cNvPr>
              <p:cNvSpPr txBox="1"/>
              <p:nvPr/>
            </p:nvSpPr>
            <p:spPr>
              <a:xfrm>
                <a:off x="8916194" y="504961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①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50639E7-8F00-4F90-B417-595B61B420E0}"/>
                  </a:ext>
                </a:extLst>
              </p:cNvPr>
              <p:cNvSpPr txBox="1"/>
              <p:nvPr/>
            </p:nvSpPr>
            <p:spPr>
              <a:xfrm>
                <a:off x="8916194" y="3386359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③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64C75F-1C23-4691-B179-4302A1F9A78A}"/>
                  </a:ext>
                </a:extLst>
              </p:cNvPr>
              <p:cNvSpPr txBox="1"/>
              <p:nvPr/>
            </p:nvSpPr>
            <p:spPr>
              <a:xfrm>
                <a:off x="8916194" y="4291430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②</a:t>
                </a:r>
              </a:p>
            </p:txBody>
          </p:sp>
        </p:grp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235653CA-71B7-4A5C-8DF2-67F98CD70964}"/>
              </a:ext>
            </a:extLst>
          </p:cNvPr>
          <p:cNvSpPr txBox="1"/>
          <p:nvPr/>
        </p:nvSpPr>
        <p:spPr>
          <a:xfrm>
            <a:off x="5418977" y="74358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A72C1B7-B7DE-4F79-A4E1-6EC7325A7792}"/>
              </a:ext>
            </a:extLst>
          </p:cNvPr>
          <p:cNvSpPr txBox="1"/>
          <p:nvPr/>
        </p:nvSpPr>
        <p:spPr>
          <a:xfrm>
            <a:off x="5983462" y="741443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D1D2A39-B4E8-4630-9B80-B92F1273CD64}"/>
              </a:ext>
            </a:extLst>
          </p:cNvPr>
          <p:cNvSpPr txBox="1"/>
          <p:nvPr/>
        </p:nvSpPr>
        <p:spPr>
          <a:xfrm>
            <a:off x="6530748" y="74074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182811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6B6F3BA-742F-47E4-8265-B6DDCF495A9B}"/>
              </a:ext>
            </a:extLst>
          </p:cNvPr>
          <p:cNvSpPr/>
          <p:nvPr/>
        </p:nvSpPr>
        <p:spPr>
          <a:xfrm>
            <a:off x="4195482" y="4102575"/>
            <a:ext cx="6366571" cy="811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223D94-A6A0-4880-9495-473A552BB5C0}"/>
              </a:ext>
            </a:extLst>
          </p:cNvPr>
          <p:cNvSpPr/>
          <p:nvPr/>
        </p:nvSpPr>
        <p:spPr>
          <a:xfrm>
            <a:off x="2146640" y="4102575"/>
            <a:ext cx="1911927" cy="8117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D14597-3535-48D5-849E-E247A5B3E9B0}"/>
              </a:ext>
            </a:extLst>
          </p:cNvPr>
          <p:cNvSpPr/>
          <p:nvPr/>
        </p:nvSpPr>
        <p:spPr>
          <a:xfrm>
            <a:off x="7160357" y="3178396"/>
            <a:ext cx="4193443" cy="8801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A611BC-D738-46BB-9BCA-FCE2F439B488}"/>
              </a:ext>
            </a:extLst>
          </p:cNvPr>
          <p:cNvSpPr/>
          <p:nvPr/>
        </p:nvSpPr>
        <p:spPr>
          <a:xfrm>
            <a:off x="5090323" y="3178396"/>
            <a:ext cx="1990165" cy="8801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6B882C-248B-4A89-A64B-793EB51B3D77}"/>
              </a:ext>
            </a:extLst>
          </p:cNvPr>
          <p:cNvSpPr/>
          <p:nvPr/>
        </p:nvSpPr>
        <p:spPr>
          <a:xfrm>
            <a:off x="3080599" y="3178396"/>
            <a:ext cx="1951046" cy="8801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976DA-BCF3-4981-B5B4-D7383FE3042E}"/>
              </a:ext>
            </a:extLst>
          </p:cNvPr>
          <p:cNvSpPr/>
          <p:nvPr/>
        </p:nvSpPr>
        <p:spPr>
          <a:xfrm>
            <a:off x="2146640" y="3364210"/>
            <a:ext cx="816603" cy="528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D9557-4756-410F-8149-43E3A0EB4DEF}"/>
              </a:ext>
            </a:extLst>
          </p:cNvPr>
          <p:cNvSpPr/>
          <p:nvPr/>
        </p:nvSpPr>
        <p:spPr>
          <a:xfrm>
            <a:off x="1779902" y="3364210"/>
            <a:ext cx="273831" cy="5281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2572A3-5217-477D-A5AF-C7DB5D8C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C92A24-7C69-4500-882B-2C8E96FBFA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53" y="2001621"/>
            <a:ext cx="10883495" cy="285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3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  <p:bldP spid="7" grpId="0" animBg="1"/>
      <p:bldP spid="6" grpId="0" animBg="1"/>
      <p:bldP spid="4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F2E2F28-1AA9-476E-8FF9-97DF9352B5C2}"/>
              </a:ext>
            </a:extLst>
          </p:cNvPr>
          <p:cNvSpPr/>
          <p:nvPr/>
        </p:nvSpPr>
        <p:spPr>
          <a:xfrm>
            <a:off x="5582653" y="1876074"/>
            <a:ext cx="5929162" cy="37845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AFBBF6-678E-4122-B3D3-9F02400D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B8F50E-708B-4BB4-B8AC-F0398BDA0F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85" y="244375"/>
            <a:ext cx="6644031" cy="38191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23019DD-5023-4109-B6C9-2E16883D941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86" y="990631"/>
            <a:ext cx="11017911" cy="8854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71422B-81B6-462A-9FA5-34C7CEEF810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998" y="2081599"/>
            <a:ext cx="5331867" cy="3420163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9D6F40-2501-416F-B6D7-D639AB466F1F}"/>
              </a:ext>
            </a:extLst>
          </p:cNvPr>
          <p:cNvGrpSpPr/>
          <p:nvPr/>
        </p:nvGrpSpPr>
        <p:grpSpPr>
          <a:xfrm>
            <a:off x="2263996" y="2268886"/>
            <a:ext cx="2537826" cy="2709488"/>
            <a:chOff x="2263996" y="2268886"/>
            <a:chExt cx="2537826" cy="27094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A44DFF-AE16-438A-A7D8-8748FEAE1B7F}"/>
                </a:ext>
              </a:extLst>
            </p:cNvPr>
            <p:cNvGrpSpPr/>
            <p:nvPr/>
          </p:nvGrpSpPr>
          <p:grpSpPr>
            <a:xfrm>
              <a:off x="2263996" y="2268886"/>
              <a:ext cx="929068" cy="1202603"/>
              <a:chOff x="2263996" y="2268886"/>
              <a:chExt cx="929068" cy="1202603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915B02C-C309-4B1F-9204-14C52FACF8E2}"/>
                  </a:ext>
                </a:extLst>
              </p:cNvPr>
              <p:cNvSpPr/>
              <p:nvPr/>
            </p:nvSpPr>
            <p:spPr>
              <a:xfrm>
                <a:off x="2263996" y="2268886"/>
                <a:ext cx="464534" cy="52321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31AC2A3-FC76-48D2-B65B-6368ACB7543B}"/>
                  </a:ext>
                </a:extLst>
              </p:cNvPr>
              <p:cNvSpPr/>
              <p:nvPr/>
            </p:nvSpPr>
            <p:spPr>
              <a:xfrm>
                <a:off x="2728530" y="2948277"/>
                <a:ext cx="464534" cy="52321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E8864B-DA55-47B0-A925-D46401229377}"/>
                </a:ext>
              </a:extLst>
            </p:cNvPr>
            <p:cNvSpPr/>
            <p:nvPr/>
          </p:nvSpPr>
          <p:spPr>
            <a:xfrm>
              <a:off x="4264754" y="4455162"/>
              <a:ext cx="537068" cy="5232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9F88756B-6CEA-43B8-9544-8C39F470129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40" y="2417507"/>
            <a:ext cx="4085844" cy="324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2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D298D7-AAF2-4905-BA4D-A3130FD7BB4E}"/>
              </a:ext>
            </a:extLst>
          </p:cNvPr>
          <p:cNvGrpSpPr/>
          <p:nvPr/>
        </p:nvGrpSpPr>
        <p:grpSpPr>
          <a:xfrm>
            <a:off x="3297384" y="2240274"/>
            <a:ext cx="4624971" cy="2542803"/>
            <a:chOff x="3297384" y="2240274"/>
            <a:chExt cx="4624971" cy="254280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88DA8C-4D39-42C0-B9A6-6C7554455A52}"/>
                </a:ext>
              </a:extLst>
            </p:cNvPr>
            <p:cNvSpPr/>
            <p:nvPr/>
          </p:nvSpPr>
          <p:spPr>
            <a:xfrm>
              <a:off x="6865335" y="2240274"/>
              <a:ext cx="1057020" cy="41074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6EAB2E4-687F-4FF8-97AB-0B0543AD2CD2}"/>
                </a:ext>
              </a:extLst>
            </p:cNvPr>
            <p:cNvSpPr/>
            <p:nvPr/>
          </p:nvSpPr>
          <p:spPr>
            <a:xfrm>
              <a:off x="3297384" y="4372331"/>
              <a:ext cx="1057020" cy="41074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9C69EE5-CED6-41B3-84DE-B246BAD5C8CC}"/>
              </a:ext>
            </a:extLst>
          </p:cNvPr>
          <p:cNvGrpSpPr/>
          <p:nvPr/>
        </p:nvGrpSpPr>
        <p:grpSpPr>
          <a:xfrm>
            <a:off x="3290862" y="2210207"/>
            <a:ext cx="4631493" cy="2597320"/>
            <a:chOff x="3290862" y="2210207"/>
            <a:chExt cx="4631493" cy="259732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4D1EF9-B197-4BE1-AAFB-2D783EF222CC}"/>
                </a:ext>
              </a:extLst>
            </p:cNvPr>
            <p:cNvSpPr/>
            <p:nvPr/>
          </p:nvSpPr>
          <p:spPr>
            <a:xfrm>
              <a:off x="3290862" y="2210207"/>
              <a:ext cx="1095324" cy="4596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7AD9129-3EE7-41B7-915E-E80FEA842A6B}"/>
                </a:ext>
              </a:extLst>
            </p:cNvPr>
            <p:cNvSpPr/>
            <p:nvPr/>
          </p:nvSpPr>
          <p:spPr>
            <a:xfrm>
              <a:off x="6827031" y="4347882"/>
              <a:ext cx="1095324" cy="45964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8EC94F-3E71-424D-8F32-AE420E34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E62DE8-5C4C-4159-ABCB-34B7258F3F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87" y="1726844"/>
            <a:ext cx="7237171" cy="8833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242819-A9B1-44A3-B270-D8AAA9E15F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86" y="3856657"/>
            <a:ext cx="7237170" cy="88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64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6A6A860A-12D2-4D97-B0C7-1618D91E23AE}"/>
              </a:ext>
            </a:extLst>
          </p:cNvPr>
          <p:cNvSpPr/>
          <p:nvPr/>
        </p:nvSpPr>
        <p:spPr>
          <a:xfrm>
            <a:off x="0" y="2592292"/>
            <a:ext cx="12192000" cy="792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一个重要极限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79319D3-3966-4ED1-9044-2A59F721B6AA}"/>
              </a:ext>
            </a:extLst>
          </p:cNvPr>
          <p:cNvGrpSpPr/>
          <p:nvPr/>
        </p:nvGrpSpPr>
        <p:grpSpPr>
          <a:xfrm>
            <a:off x="0" y="2713092"/>
            <a:ext cx="10334294" cy="553998"/>
            <a:chOff x="0" y="1445057"/>
            <a:chExt cx="10334294" cy="55399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8CE670B-7D21-4830-ADF1-28F112E7284F}"/>
                </a:ext>
              </a:extLst>
            </p:cNvPr>
            <p:cNvSpPr txBox="1"/>
            <p:nvPr/>
          </p:nvSpPr>
          <p:spPr>
            <a:xfrm>
              <a:off x="0" y="1445057"/>
              <a:ext cx="399688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dirty="0">
                  <a:solidFill>
                    <a:schemeClr val="accent1">
                      <a:lumMod val="75000"/>
                    </a:schemeClr>
                  </a:solidFill>
                  <a:latin typeface="华光姚体_CNKI" panose="02000500000000000000" pitchFamily="2" charset="-122"/>
                  <a:ea typeface="华光姚体_CNKI" panose="02000500000000000000" pitchFamily="2" charset="-122"/>
                </a:rPr>
                <a:t>定理</a:t>
              </a:r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DCB348C-C56A-4587-B854-9C97403DDE6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352" y="1477543"/>
              <a:ext cx="9133942" cy="501396"/>
            </a:xfrm>
            <a:prstGeom prst="rect">
              <a:avLst/>
            </a:prstGeom>
          </p:spPr>
        </p:pic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E932E-3F1C-43D0-BCE5-A8BB70F4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6BB6316-EED1-47C1-936C-1EF74D816850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7927E34-41D4-489F-A93B-9EEF207F56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08" y="164040"/>
            <a:ext cx="2969971" cy="994868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FB78F5B2-ADD8-49F6-BCF6-AB659BDBC16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38" y="3519366"/>
            <a:ext cx="10115397" cy="1231087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E95B321E-53E2-45E9-8849-69A48A55FFB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318" y="5183317"/>
            <a:ext cx="8297569" cy="872642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8CEEB010-EE24-4415-A417-492B30A91764}"/>
              </a:ext>
            </a:extLst>
          </p:cNvPr>
          <p:cNvSpPr/>
          <p:nvPr/>
        </p:nvSpPr>
        <p:spPr>
          <a:xfrm>
            <a:off x="11475023" y="6174203"/>
            <a:ext cx="169863" cy="19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C620A52-58EC-42ED-B4E9-4245DBFC7D13}"/>
              </a:ext>
            </a:extLst>
          </p:cNvPr>
          <p:cNvSpPr/>
          <p:nvPr/>
        </p:nvSpPr>
        <p:spPr>
          <a:xfrm>
            <a:off x="1111425" y="2757638"/>
            <a:ext cx="4309300" cy="500859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68C9A3-39F5-4101-9E3B-B42F4B7299F9}"/>
              </a:ext>
            </a:extLst>
          </p:cNvPr>
          <p:cNvSpPr txBox="1"/>
          <p:nvPr/>
        </p:nvSpPr>
        <p:spPr>
          <a:xfrm>
            <a:off x="106022" y="170910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复利：变“本”加“利”</a:t>
            </a:r>
          </a:p>
        </p:txBody>
      </p:sp>
    </p:spTree>
    <p:extLst>
      <p:ext uri="{BB962C8B-B14F-4D97-AF65-F5344CB8AC3E}">
        <p14:creationId xmlns:p14="http://schemas.microsoft.com/office/powerpoint/2010/main" val="409024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78361084-145A-4960-ABD6-D24E0794C6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226" y="0"/>
            <a:ext cx="5304731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D6A5F1D-6B66-464F-885F-1BBB96D5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D27D18F-FB1F-4B4C-B431-27149B40EAF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94" y="1879611"/>
            <a:ext cx="5967374" cy="2578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0D1394-920A-4061-84A1-A349DA5CBCB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68" y="2708600"/>
            <a:ext cx="5214519" cy="5334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973DD3E-0112-412F-9D09-8A45BFF1E2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539" y="3975642"/>
            <a:ext cx="3230270" cy="87050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3DB3D10-1A0E-4F0F-BB6E-D133485D6A14}"/>
              </a:ext>
            </a:extLst>
          </p:cNvPr>
          <p:cNvSpPr/>
          <p:nvPr/>
        </p:nvSpPr>
        <p:spPr>
          <a:xfrm>
            <a:off x="1535790" y="3579854"/>
            <a:ext cx="3965768" cy="1662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62CEB4-A968-41EC-AB3C-B6442AD3F1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94" y="613313"/>
            <a:ext cx="2432304" cy="8705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BE53F3-3FF4-4712-81A4-5F881CF3EE1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593" y="557839"/>
            <a:ext cx="2741675" cy="92598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7E62FB5-2D86-49CF-BE79-77B0FCB8E7A4}"/>
              </a:ext>
            </a:extLst>
          </p:cNvPr>
          <p:cNvSpPr txBox="1"/>
          <p:nvPr/>
        </p:nvSpPr>
        <p:spPr>
          <a:xfrm>
            <a:off x="2131955" y="5340687"/>
            <a:ext cx="3108543" cy="101566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rgbClr val="FF0000"/>
                </a:solidFill>
              </a:rPr>
              <a:t>E</a:t>
            </a:r>
            <a:r>
              <a:rPr lang="en-US" altLang="zh-CN" sz="3000" b="1" dirty="0"/>
              <a:t>xponential </a:t>
            </a:r>
            <a:r>
              <a:rPr lang="zh-CN" altLang="en-US" sz="3000" b="1" dirty="0"/>
              <a:t>指数</a:t>
            </a:r>
            <a:endParaRPr lang="en-US" altLang="zh-CN" sz="3000" b="1" dirty="0"/>
          </a:p>
          <a:p>
            <a:r>
              <a:rPr lang="en-US" altLang="zh-CN" sz="3000" b="1" dirty="0">
                <a:solidFill>
                  <a:srgbClr val="FF0000"/>
                </a:solidFill>
              </a:rPr>
              <a:t>E</a:t>
            </a:r>
            <a:r>
              <a:rPr lang="en-US" altLang="zh-CN" sz="3000" b="1" dirty="0"/>
              <a:t>uler</a:t>
            </a:r>
            <a:endParaRPr lang="zh-CN" altLang="en-US" sz="3000" b="1" dirty="0"/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C1439286-9091-451C-A98A-F7BBE4464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226" y="5965448"/>
            <a:ext cx="5313774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  <a:t>Leonhard Euler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  <a:t> </a:t>
            </a:r>
            <a:br>
              <a:rPr kumimoji="0" lang="en-US" altLang="zh-CN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  <a:t>15 April 1707 – 18 September 1783 </a:t>
            </a:r>
          </a:p>
        </p:txBody>
      </p:sp>
    </p:spTree>
    <p:extLst>
      <p:ext uri="{BB962C8B-B14F-4D97-AF65-F5344CB8AC3E}">
        <p14:creationId xmlns:p14="http://schemas.microsoft.com/office/powerpoint/2010/main" val="37592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808E-3A72-4520-8A45-B774EE2B3FBB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0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chemeClr val="bg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1DE470D-C88A-405F-BCB2-1A72A8CB9A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30" y="879925"/>
            <a:ext cx="5054498" cy="43098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09D3AF1D-6D8F-417E-A327-A4728D5EC61D}"/>
              </a:ext>
            </a:extLst>
          </p:cNvPr>
          <p:cNvSpPr txBox="1"/>
          <p:nvPr/>
        </p:nvSpPr>
        <p:spPr>
          <a:xfrm>
            <a:off x="1" y="-1"/>
            <a:ext cx="5304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C71247-C19B-404C-9270-C71E1617D7C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9" y="26191"/>
            <a:ext cx="4721657" cy="54620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26AC33-28AD-42E7-A5F6-5CA17360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83ED7D7-05A1-4E50-9B91-B743955EEE9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33" y="1764852"/>
            <a:ext cx="5918605" cy="870508"/>
          </a:xfrm>
          <a:prstGeom prst="rect">
            <a:avLst/>
          </a:prstGeom>
        </p:spPr>
      </p:pic>
      <p:grpSp>
        <p:nvGrpSpPr>
          <p:cNvPr id="64" name="组合 63">
            <a:extLst>
              <a:ext uri="{FF2B5EF4-FFF2-40B4-BE49-F238E27FC236}">
                <a16:creationId xmlns:a16="http://schemas.microsoft.com/office/drawing/2014/main" id="{8780D34C-F4B0-4F13-9ED1-AEEC15262C05}"/>
              </a:ext>
            </a:extLst>
          </p:cNvPr>
          <p:cNvGrpSpPr/>
          <p:nvPr/>
        </p:nvGrpSpPr>
        <p:grpSpPr>
          <a:xfrm>
            <a:off x="2415669" y="2931153"/>
            <a:ext cx="8624011" cy="1802113"/>
            <a:chOff x="2415669" y="2931153"/>
            <a:chExt cx="8624011" cy="1802113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56A633FA-7643-4D48-BD55-6049ADB4CE0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5669" y="2931153"/>
              <a:ext cx="8624011" cy="753160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C703C96D-60AD-4B44-A8A7-E69EFE29059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929" y="3980106"/>
              <a:ext cx="3876751" cy="753160"/>
            </a:xfrm>
            <a:prstGeom prst="rect">
              <a:avLst/>
            </a:prstGeom>
          </p:spPr>
        </p:pic>
      </p:grpSp>
      <p:pic>
        <p:nvPicPr>
          <p:cNvPr id="63" name="图片 62">
            <a:extLst>
              <a:ext uri="{FF2B5EF4-FFF2-40B4-BE49-F238E27FC236}">
                <a16:creationId xmlns:a16="http://schemas.microsoft.com/office/drawing/2014/main" id="{5D7F087B-BD49-4C13-A4E2-5E6B5CC60B1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33" y="6195402"/>
            <a:ext cx="2142134" cy="34351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D7E15ADF-4369-459D-AAE0-2E49B1A58490}"/>
              </a:ext>
            </a:extLst>
          </p:cNvPr>
          <p:cNvSpPr/>
          <p:nvPr/>
        </p:nvSpPr>
        <p:spPr>
          <a:xfrm>
            <a:off x="2702785" y="2692681"/>
            <a:ext cx="8421573" cy="119730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4E6BD5-95BE-4172-A32A-0897AB80B388}"/>
              </a:ext>
            </a:extLst>
          </p:cNvPr>
          <p:cNvGrpSpPr/>
          <p:nvPr/>
        </p:nvGrpSpPr>
        <p:grpSpPr>
          <a:xfrm>
            <a:off x="2415669" y="4889492"/>
            <a:ext cx="5195186" cy="753160"/>
            <a:chOff x="2415669" y="4889492"/>
            <a:chExt cx="5195186" cy="75316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84365C0-2A5D-453A-AB11-F24D2BE2731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5669" y="4919362"/>
              <a:ext cx="3541776" cy="72329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44B1B87-0247-4A13-8BBE-9F0750AA127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4889492"/>
              <a:ext cx="1514856" cy="723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230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26AC33-28AD-42E7-A5F6-5CA17360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884" y="6369531"/>
            <a:ext cx="2743200" cy="365125"/>
          </a:xfrm>
        </p:spPr>
        <p:txBody>
          <a:bodyPr/>
          <a:lstStyle/>
          <a:p>
            <a:fld id="{76BB6316-EED1-47C1-936C-1EF74D816850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02E3F06-5D16-4D16-A146-E6F94E27C72C}"/>
              </a:ext>
            </a:extLst>
          </p:cNvPr>
          <p:cNvGrpSpPr/>
          <p:nvPr/>
        </p:nvGrpSpPr>
        <p:grpSpPr>
          <a:xfrm>
            <a:off x="1046597" y="2630788"/>
            <a:ext cx="7676761" cy="1263969"/>
            <a:chOff x="1046597" y="2630788"/>
            <a:chExt cx="7676761" cy="1263969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77324AD5-335A-4B77-A40D-3C839491C239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597" y="2630788"/>
              <a:ext cx="6232245" cy="330708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E255551-242E-4585-BE39-2F45F978F01A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3426" y="3171467"/>
              <a:ext cx="4789932" cy="723290"/>
            </a:xfrm>
            <a:prstGeom prst="rect">
              <a:avLst/>
            </a:prstGeom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43B3886-FB4B-406A-B64B-37CC04E104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97" y="4177522"/>
            <a:ext cx="9136074" cy="115854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5572E41-4535-40CE-BE03-8342BBA532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518" y="5562930"/>
            <a:ext cx="2908097" cy="533401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4B3AEB02-5B21-4E22-BC92-CD70E78EE398}"/>
              </a:ext>
            </a:extLst>
          </p:cNvPr>
          <p:cNvSpPr/>
          <p:nvPr/>
        </p:nvSpPr>
        <p:spPr>
          <a:xfrm>
            <a:off x="11169221" y="5898580"/>
            <a:ext cx="169863" cy="19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E3DDCC9-6AC8-4550-92F8-C2AC224F63DD}"/>
              </a:ext>
            </a:extLst>
          </p:cNvPr>
          <p:cNvGrpSpPr/>
          <p:nvPr/>
        </p:nvGrpSpPr>
        <p:grpSpPr>
          <a:xfrm>
            <a:off x="1046598" y="594016"/>
            <a:ext cx="10411187" cy="1790170"/>
            <a:chOff x="1046598" y="594016"/>
            <a:chExt cx="10411187" cy="1790170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6C89AFD-CA2A-43B5-BD9D-B9F26D86133C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1046598" y="594016"/>
              <a:ext cx="10292486" cy="1596812"/>
              <a:chOff x="1046598" y="594016"/>
              <a:chExt cx="10292486" cy="1596812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0D85D74-E3A5-45AF-B16A-C4EED09DB6D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6598" y="1320320"/>
                <a:ext cx="10292486" cy="870508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61087FCC-C992-4A61-9586-4335E8A67FE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6598" y="594016"/>
                <a:ext cx="8297568" cy="332842"/>
              </a:xfrm>
              <a:prstGeom prst="rect">
                <a:avLst/>
              </a:prstGeom>
            </p:spPr>
          </p:pic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EDFC996-24FA-4FCA-9A53-2F0435A20A07}"/>
                </a:ext>
              </a:extLst>
            </p:cNvPr>
            <p:cNvSpPr/>
            <p:nvPr/>
          </p:nvSpPr>
          <p:spPr>
            <a:xfrm>
              <a:off x="3036212" y="1186878"/>
              <a:ext cx="8421573" cy="11973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824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23DFA-0E60-45B0-BCE4-8512E2E0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7"/>
            <a:ext cx="12192000" cy="1325563"/>
          </a:xfrm>
        </p:spPr>
        <p:txBody>
          <a:bodyPr/>
          <a:lstStyle/>
          <a:p>
            <a:r>
              <a:rPr lang="zh-CN" altLang="en-US" dirty="0"/>
              <a:t>从离散到连续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E932E-3F1C-43D0-BCE5-A8BB70F4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47D4A8-22E2-4922-A7CB-1E018FA38F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08" y="164040"/>
            <a:ext cx="2672486" cy="9948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72FFBD-EFDB-427D-B262-3604D028CF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" y="1489603"/>
            <a:ext cx="12184991" cy="171968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77D93D0-F139-4C7A-AFB0-3B93C916DBE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6" y="3586757"/>
            <a:ext cx="9731351" cy="12822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8004CD-D9D9-475C-A141-147F9C26567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28" y="3586757"/>
            <a:ext cx="2413102" cy="5056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EF6D2C7-1661-4E60-AC91-F61425FE5D6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6" y="5070852"/>
            <a:ext cx="7730035" cy="158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2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E932E-3F1C-43D0-BCE5-A8BB70F4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47D4A8-22E2-4922-A7CB-1E018FA38F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208" y="164040"/>
            <a:ext cx="2672486" cy="994868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BBF9D4D5-8BE7-4B4A-9210-09CB198F884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6" y="661474"/>
            <a:ext cx="11145926" cy="1666341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023B8136-E8FA-4AF1-99B0-A4C6FBC7A1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5" y="2935235"/>
            <a:ext cx="9985250" cy="122682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36B018AC-F3FC-4D83-AB83-4FDBD637B7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41" y="714813"/>
            <a:ext cx="6208777" cy="1613003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4F4FD066-97D5-496C-811B-8B99073B9BC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5" y="4769476"/>
            <a:ext cx="7593484" cy="122682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A036ADD2-36D5-4FEB-B1A6-4A1FC6D59B69}"/>
              </a:ext>
            </a:extLst>
          </p:cNvPr>
          <p:cNvSpPr/>
          <p:nvPr/>
        </p:nvSpPr>
        <p:spPr>
          <a:xfrm>
            <a:off x="11169221" y="5898580"/>
            <a:ext cx="169863" cy="19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80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808E-3A72-4520-8A45-B774EE2B3FBB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0" cy="11619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chemeClr val="bg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9E313A-2945-4070-B57D-C821A616D7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0" y="205787"/>
            <a:ext cx="2722474" cy="75316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8F32B7-9FFE-4711-8508-7FDA2BA3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406B289-89C1-4143-AE3A-D0E62812E5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79" y="1969757"/>
            <a:ext cx="8811769" cy="87050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A37C488-7508-4343-9E89-B26BA1B643F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328" y="4283828"/>
            <a:ext cx="5037431" cy="87050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54365A9-0BF4-40C3-A3EE-38B8F8831EDB}"/>
              </a:ext>
            </a:extLst>
          </p:cNvPr>
          <p:cNvSpPr/>
          <p:nvPr/>
        </p:nvSpPr>
        <p:spPr>
          <a:xfrm>
            <a:off x="2657066" y="2914965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极限换元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F8C66A-A1C6-4CE9-AFD4-1B71A9A6E7D9}"/>
              </a:ext>
            </a:extLst>
          </p:cNvPr>
          <p:cNvSpPr/>
          <p:nvPr/>
        </p:nvSpPr>
        <p:spPr>
          <a:xfrm>
            <a:off x="5858043" y="2925578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对数运算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6CDFFE-D9F4-44BD-85FE-7DFF12DFF37A}"/>
              </a:ext>
            </a:extLst>
          </p:cNvPr>
          <p:cNvSpPr/>
          <p:nvPr/>
        </p:nvSpPr>
        <p:spPr>
          <a:xfrm>
            <a:off x="2583812" y="5305371"/>
            <a:ext cx="1834104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对数连续性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D53A65-287A-4BA7-B146-5E3BB294FC13}"/>
              </a:ext>
            </a:extLst>
          </p:cNvPr>
          <p:cNvSpPr/>
          <p:nvPr/>
        </p:nvSpPr>
        <p:spPr>
          <a:xfrm>
            <a:off x="5858043" y="5305371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重要极限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01EDB8-BCBD-4D3B-947D-39663CC79C76}"/>
              </a:ext>
            </a:extLst>
          </p:cNvPr>
          <p:cNvSpPr/>
          <p:nvPr/>
        </p:nvSpPr>
        <p:spPr>
          <a:xfrm>
            <a:off x="7774086" y="5305371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自然对数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27BD8B-A954-406D-B267-9FDD1A935180}"/>
              </a:ext>
            </a:extLst>
          </p:cNvPr>
          <p:cNvSpPr txBox="1"/>
          <p:nvPr/>
        </p:nvSpPr>
        <p:spPr>
          <a:xfrm>
            <a:off x="0" y="303974"/>
            <a:ext cx="5304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102641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808E-3A72-4520-8A45-B774EE2B3FBB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0" cy="11619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chemeClr val="bg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072CDD3E-3BA3-46A7-8706-BF23AB1468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1" y="205787"/>
            <a:ext cx="2780081" cy="72329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8F32B7-9FFE-4711-8508-7FDA2BA3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857FEED2-48B2-484B-82B7-556D175C5E6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96" y="1711766"/>
            <a:ext cx="7273444" cy="107320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54365A9-0BF4-40C3-A3EE-38B8F8831EDB}"/>
              </a:ext>
            </a:extLst>
          </p:cNvPr>
          <p:cNvSpPr/>
          <p:nvPr/>
        </p:nvSpPr>
        <p:spPr>
          <a:xfrm>
            <a:off x="3737444" y="2570613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极限换元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6CDFFE-D9F4-44BD-85FE-7DFF12DFF37A}"/>
              </a:ext>
            </a:extLst>
          </p:cNvPr>
          <p:cNvSpPr/>
          <p:nvPr/>
        </p:nvSpPr>
        <p:spPr>
          <a:xfrm>
            <a:off x="8216712" y="3049809"/>
            <a:ext cx="3079406" cy="8705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哪里有问题吗？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FCAD50-7023-45D8-9A44-CD4AF74FF38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453" y="205787"/>
            <a:ext cx="2396033" cy="72329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868C3506-9EED-47EF-A149-EE96B3DDAF9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918" y="4253300"/>
            <a:ext cx="10096200" cy="87051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C2B21986-2230-4B0C-8B1F-01C5FE90DB29}"/>
              </a:ext>
            </a:extLst>
          </p:cNvPr>
          <p:cNvSpPr/>
          <p:nvPr/>
        </p:nvSpPr>
        <p:spPr>
          <a:xfrm>
            <a:off x="2343109" y="5146234"/>
            <a:ext cx="1687597" cy="55571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极限换元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BE28A7-2268-4AA5-B18C-660411A4A3F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469" y="5305000"/>
            <a:ext cx="1922069" cy="3035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851A9E5-D9D8-4953-B28E-2342EB997124}"/>
              </a:ext>
            </a:extLst>
          </p:cNvPr>
          <p:cNvSpPr txBox="1"/>
          <p:nvPr/>
        </p:nvSpPr>
        <p:spPr>
          <a:xfrm>
            <a:off x="0" y="290433"/>
            <a:ext cx="5304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0070C0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425599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5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1B59985D-6C6F-4FDA-818F-487BF131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6316-EED1-47C1-936C-1EF74D816850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E6AF896-72C1-4E33-B504-E6B39AF03F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109" y="1320917"/>
            <a:ext cx="2722474" cy="7531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62B16AC-35F6-46EF-A2D3-D3FC8B18E6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83" y="2496043"/>
            <a:ext cx="2780081" cy="7232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CCE5DAE-BE78-41C7-9C30-654BCE527F0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392" y="1697497"/>
            <a:ext cx="2035455" cy="7232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1C435D1-0AAA-4425-B8AB-CA08DE0D73C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999" y="3641300"/>
            <a:ext cx="2396033" cy="7232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3ABB600-D7C7-4FB5-B733-75DBE8679B79}"/>
              </a:ext>
            </a:extLst>
          </p:cNvPr>
          <p:cNvSpPr/>
          <p:nvPr/>
        </p:nvSpPr>
        <p:spPr>
          <a:xfrm>
            <a:off x="1995514" y="4908117"/>
            <a:ext cx="9088429" cy="12579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这些极限与重要函数的导数有关</a:t>
            </a:r>
          </a:p>
        </p:txBody>
      </p:sp>
    </p:spTree>
    <p:extLst>
      <p:ext uri="{BB962C8B-B14F-4D97-AF65-F5344CB8AC3E}">
        <p14:creationId xmlns:p14="http://schemas.microsoft.com/office/powerpoint/2010/main" val="39855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5"/>
  <p:tag name="ORIGINALWIDTH" val="3138.7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{\bf\color{violet}&#10;~$\lim\limits_{x\to +\infty}f(x)=A$}，指\\&#10;$\forall \varepsilon&gt;0,\exists M&gt;0$~使得~$\forall x, x\in I,x&gt;M\Longrightarrow |f(x)-A|&lt;\varepsilon.$&#10;\end{document}"/>
  <p:tag name="IGUANATEXSIZE" val="28"/>
  <p:tag name="IGUANATEXCURSOR" val="298"/>
  <p:tag name="TRANSPARENCY" val="True"/>
  <p:tag name="FILENAME" val=""/>
  <p:tag name="INPUTTYPE" val="0"/>
  <p:tag name="LATEXENGINEID" val="0"/>
  <p:tag name="TEMPFOLDER" val="c:\t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6.75"/>
  <p:tag name="ORIGINALWIDTH" val="3105.75"/>
  <p:tag name="OUTPUTDPI" val="1200"/>
  <p:tag name="LATEXADDIN" val="\documentclass{article}&#10;\usepackage{amsmath,amsfonts,color,amsthm}&#10;\usepackage[UTF8]{ctex}&#10;\pagestyle{empty}&#10;\renewcommand{\proofname}{\bf 证明}&#10;\begin{document}&#10;&#10;&#10;再作论证。&#10;$\forall \varepsilon&gt;0$，当&#10;\[ x&gt;\qquad\qquad\qquad\color{white}.\]&#10;时，&#10;\[ \left|\frac{2x+1}{x-2}-2\right|&#10;=\left|\frac{5}{x-2}\right|\,&#10;{\color{red}=}\,\frac{5}{x-2}&#10;\,{\color{red}&lt;\varepsilon}.\]&#10;\end{document}"/>
  <p:tag name="IGUANATEXSIZE" val="28"/>
  <p:tag name="IGUANATEXCURSOR" val="315"/>
  <p:tag name="TRANSPARENCY" val="True"/>
  <p:tag name="FILENAME" val=""/>
  <p:tag name="INPUTTYPE" val="0"/>
  <p:tag name="LATEXENGINEID" val="0"/>
  <p:tag name="TEMPFOLDER" val="c:\t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711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$\lim\limits_{x\to +\infty}\dfrac{2x+1}{x-2}$&#10;\end{document}"/>
  <p:tag name="IGUANATEXSIZE" val="28"/>
  <p:tag name="IGUANATEXCURSOR" val="191"/>
  <p:tag name="TRANSPARENCY" val="True"/>
  <p:tag name="FILENAME" val=""/>
  <p:tag name="INPUTTYPE" val="0"/>
  <p:tag name="LATEXENGINEID" val="0"/>
  <p:tag name="TEMPFOLDER" val="c:\t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1227"/>
  <p:tag name="OUTPUTDPI" val="1200"/>
  <p:tag name="LATEXADDIN" val="\documentclass{article}&#10;\usepackage{amsmath,amsfonts,color,amsthm}&#10;\usepackage[UTF8]{ctex}&#10;\pagestyle{empty}&#10;\renewcommand{\proofname}{\bf 证明}&#10;\begin{document}&#10;&#10;\noindent 所以&#10;$\lim\limits_{x\to +\infty}\dfrac{2x+1}{x-2}=2.$&#10;\end{document}"/>
  <p:tag name="IGUANATEXSIZE" val="28"/>
  <p:tag name="IGUANATEXCURSOR" val="194"/>
  <p:tag name="TRANSPARENCY" val="True"/>
  <p:tag name="FILENAME" val=""/>
  <p:tag name="INPUTTYPE" val="0"/>
  <p:tag name="LATEXENGINEID" val="0"/>
  <p:tag name="TEMPFOLDER" val="c:\t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285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\color{red}$2+\dfrac{5}{\varepsilon}$&#10;\end{document}"/>
  <p:tag name="IGUANATEXSIZE" val="28"/>
  <p:tag name="IGUANATEXCURSOR" val="183"/>
  <p:tag name="TRANSPARENCY" val="True"/>
  <p:tag name="FILENAME" val=""/>
  <p:tag name="INPUTTYPE" val="0"/>
  <p:tag name="LATEXENGINEID" val="0"/>
  <p:tag name="TEMPFOLDER" val="c:\t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747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{\bf 解.} 先猜结果。&#10;\end{document}"/>
  <p:tag name="IGUANATEXSIZE" val="28"/>
  <p:tag name="IGUANATEXCURSOR" val="185"/>
  <p:tag name="TRANSPARENCY" val="True"/>
  <p:tag name="FILENAME" val=""/>
  <p:tag name="INPUTTYPE" val="0"/>
  <p:tag name="LATEXENGINEID" val="0"/>
  <p:tag name="TEMPFOLDER" val="c:\t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5"/>
  <p:tag name="ORIGINALWIDTH" val="3235.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{\bf\color{violet}&#10;~$\lim\limits_{x\to -\infty}f(x)=A$}，指\\&#10;$\forall \varepsilon&gt;0,\exists M&gt;0$~使得&#10;~$\forall x, x\in I,x&lt;-M\Longrightarrow |f(x)-A|&lt;\varepsilon.$&#10;\end{document}"/>
  <p:tag name="IGUANATEXSIZE" val="28"/>
  <p:tag name="IGUANATEXCURSOR" val="299"/>
  <p:tag name="TRANSPARENCY" val="True"/>
  <p:tag name="FILENAME" val=""/>
  <p:tag name="INPUTTYPE" val="0"/>
  <p:tag name="LATEXENGINEID" val="0"/>
  <p:tag name="TEMPFOLDER" val="c:\t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7"/>
  <p:tag name="ORIGINALWIDTH" val="3207.7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{\bf\color{violet}&#10;~$\lim\limits_{x\to \infty}f(x)=A$}，指\\&#10;$\forall \varepsilon&gt;0,\exists M&gt;0$~使得~$\forall x, x\in I,|x|&gt;M\Longrightarrow |f(x)-A|&lt;\varepsilon.$&#10;\end{document}"/>
  <p:tag name="IGUANATEXSIZE" val="28"/>
  <p:tag name="IGUANATEXCURSOR" val="297"/>
  <p:tag name="TRANSPARENCY" val="True"/>
  <p:tag name="FILENAME" val=""/>
  <p:tag name="INPUTTYPE" val="0"/>
  <p:tag name="LATEXENGINEID" val="0"/>
  <p:tag name="TEMPFOLDER" val="c:\t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82.5"/>
  <p:tag name="ORIGINALWIDTH" val="3004.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&#10;双侧极限与单侧极限： \\&#10;~$\lim\limits_{x\to \infty}f(x)=A$~当且仅当~&#10;~$\lim\limits_{x\to +\infty}f(x)=\lim\limits_{x\to -\infty}f(x)=A.$~&#10;\end{document}"/>
  <p:tag name="IGUANATEXSIZE" val="28"/>
  <p:tag name="IGUANATEXCURSOR" val="192"/>
  <p:tag name="TRANSPARENCY" val="True"/>
  <p:tag name="FILENAME" val=""/>
  <p:tag name="INPUTTYPE" val="0"/>
  <p:tag name="LATEXENGINEID" val="0"/>
  <p:tag name="TEMPFOLDER" val="c:\t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3133.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函数在无穷远处的极限与在一点处的极限具有相同的性质：&#10;\end{document}"/>
  <p:tag name="IGUANATEXSIZE" val="28"/>
  <p:tag name="IGUANATEXCURSOR" val="206"/>
  <p:tag name="TRANSPARENCY" val="True"/>
  <p:tag name="FILENAME" val=""/>
  <p:tag name="INPUTTYPE" val="0"/>
  <p:tag name="LATEXENGINEID" val="0"/>
  <p:tag name="TEMPFOLDER" val="c:\t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2095.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四则运算、换元、夹挤性质、局部有界&#10;\end{document}"/>
  <p:tag name="IGUANATEXSIZE" val="28"/>
  <p:tag name="IGUANATEXCURSOR" val="197"/>
  <p:tag name="TRANSPARENCY" val="True"/>
  <p:tag name="FILENAME" val=""/>
  <p:tag name="INPUTTYPE" val="0"/>
  <p:tag name="LATEXENGINEID" val="0"/>
  <p:tag name="TEMPFOLDER" val="c:\t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1"/>
  <p:tag name="ORIGINALWIDTH" val="3536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{\bf 解.} 当~$x\to\infty$~时，$\frac{1}{x}\to 0$，所以&#10;\[ \frac{2x+1}{x-2}&#10;=\frac{2x\left(1+\frac{1}{2x}\right)}{x\left(1-\frac{2}{x}&#10;\right)}&#10;=2\cdot\frac{1+\frac{1}{2x}}{1-\frac{2}{x}}\rightarrow 2\cdot\frac{1+0}{1-0}=2.\]&#10;\end{document}"/>
  <p:tag name="IGUANATEXSIZE" val="28"/>
  <p:tag name="IGUANATEXCURSOR" val="217"/>
  <p:tag name="TRANSPARENCY" val="True"/>
  <p:tag name="FILENAME" val=""/>
  <p:tag name="INPUTTYPE" val="0"/>
  <p:tag name="LATEXENGINEID" val="0"/>
  <p:tag name="TEMPFOLDER" val="c:\t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8.25"/>
  <p:tag name="ORIGINALWIDTH" val="664.5"/>
  <p:tag name="OUTPUTDPI" val="1200"/>
  <p:tag name="LATEXADDIN" val="\documentclass{article}&#10;\usepackage{amsmath,amsfonts,xcolor,amsthm}&#10;\usepackage[UTF8]{ctex}&#10;\pagestyle{empty}&#10;\renewcommand{\proofname}{\bf 证明}&#10;\begin{document}&#10;$\lim\limits_{y\to 0}g(y)=1$&#10;\end{document}"/>
  <p:tag name="IGUANATEXSIZE" val="28"/>
  <p:tag name="IGUANATEXCURSOR" val="188"/>
  <p:tag name="TRANSPARENCY" val="True"/>
  <p:tag name="FILENAME" val=""/>
  <p:tag name="INPUTTYPE" val="0"/>
  <p:tag name="LATEXENGINEID" val="0"/>
  <p:tag name="TEMPFOLDER" val="c:\t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7.25"/>
  <p:tag name="ORIGINALWIDTH" val="636.75"/>
  <p:tag name="OUTPUTDPI" val="1200"/>
  <p:tag name="LATEXADDIN" val="\documentclass{article}&#10;\usepackage{amsmath,amsfonts,xcolor,amsthm}&#10;\usepackage[UTF8]{ctex}&#10;\pagestyle{empty}&#10;\renewcommand{\proofname}{\bf 证明}&#10;\begin{document}&#10;$g(y)=\frac{1+\frac{y}{2}}{1-2y}$&#10;\end{document}"/>
  <p:tag name="IGUANATEXSIZE" val="28"/>
  <p:tag name="IGUANATEXCURSOR" val="192"/>
  <p:tag name="TRANSPARENCY" val="True"/>
  <p:tag name="FILENAME" val=""/>
  <p:tag name="INPUTTYPE" val="0"/>
  <p:tag name="LATEXENGINEID" val="0"/>
  <p:tag name="TEMPFOLDER" val="c:\t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42.75"/>
  <p:tag name="OUTPUTDPI" val="1200"/>
  <p:tag name="LATEXADDIN" val="\documentclass{article}&#10;\usepackage{amsmath,amsfonts,xcolor,amsthm}&#10;\usepackage[UTF8]{ctex}&#10;\pagestyle{empty}&#10;\renewcommand{\proofname}{\bf 证明}&#10;\begin{document}&#10;$g(1/x)$&#10;\end{document}"/>
  <p:tag name="IGUANATEXSIZE" val="28"/>
  <p:tag name="IGUANATEXCURSOR" val="168"/>
  <p:tag name="TRANSPARENCY" val="True"/>
  <p:tag name="FILENAME" val=""/>
  <p:tag name="INPUTTYPE" val="0"/>
  <p:tag name="LATEXENGINEID" val="0"/>
  <p:tag name="TEMPFOLDER" val="c:\t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3.75"/>
  <p:tag name="ORIGINALWIDTH" val="519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$\lim\limits_{x\to \infty}\frac{2x+1}{x-2}$&#10;\end{document}"/>
  <p:tag name="IGUANATEXSIZE" val="28"/>
  <p:tag name="IGUANATEXCURSOR" val="214"/>
  <p:tag name="TRANSPARENCY" val="True"/>
  <p:tag name="FILENAME" val=""/>
  <p:tag name="INPUTTYPE" val="0"/>
  <p:tag name="LATEXENGINEID" val="0"/>
  <p:tag name="TEMPFOLDER" val="c:\t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.75"/>
  <p:tag name="ORIGINALWIDTH" val="3687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设~$c$~为~$x_0,x^+_0,x^-_0,-\infty,+\infty,\infty$~中任何一个。&#10;$c$~的{\color{violet}\bf 邻域}和{\color{violet}\bf 去心邻域}是：&#10;\end{document}"/>
  <p:tag name="IGUANATEXSIZE" val="28"/>
  <p:tag name="IGUANATEXCURSOR" val="283"/>
  <p:tag name="TRANSPARENCY" val="True"/>
  <p:tag name="FILENAME" val=""/>
  <p:tag name="INPUTTYPE" val="0"/>
  <p:tag name="LATEXENGINEID" val="0"/>
  <p:tag name="TEMPFOLDER" val="c:\t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7"/>
  <p:tag name="ORIGINALWIDTH" val="111"/>
  <p:tag name="OUTPUTDPI" val="1200"/>
  <p:tag name="LATEXADDIN" val="\documentclass{article}&#10;\usepackage{amsmath,amsfonts,xcolor,amsthm}&#10;\usepackage[UTF8]{ctex}&#10;\pagestyle{empty}&#10;\renewcommand{\proofname}{\bf 证明}&#10;\begin{document}&#10;$\infty$&#10;\end{document}"/>
  <p:tag name="IGUANATEXSIZE" val="28"/>
  <p:tag name="IGUANATEXCURSOR" val="162"/>
  <p:tag name="TRANSPARENCY" val="True"/>
  <p:tag name="FILENAME" val=""/>
  <p:tag name="INPUTTYPE" val="0"/>
  <p:tag name="LATEXENGINEID" val="0"/>
  <p:tag name="TEMPFOLDER" val="c:\t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80.25"/>
  <p:tag name="OUTPUTDPI" val="1200"/>
  <p:tag name="LATEXADDIN" val="\documentclass{article}&#10;\usepackage{amsmath,amsfonts,xcolor,amsthm}&#10;\usepackage[UTF8]{ctex}&#10;\pagestyle{empty}&#10;\renewcommand{\proofname}{\bf 证明}&#10;\begin{document}&#10;$(-\infty,b)\cup(a,+\infty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80.25"/>
  <p:tag name="OUTPUTDPI" val="1200"/>
  <p:tag name="LATEXADDIN" val="\documentclass{article}&#10;\usepackage{amsmath,amsfonts,xcolor,amsthm}&#10;\usepackage[UTF8]{ctex}&#10;\pagestyle{empty}&#10;\renewcommand{\proofname}{\bf 证明}&#10;\begin{document}&#10;$(-\infty,b)\cup(a,+\infty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207.75"/>
  <p:tag name="OUTPUTDPI" val="1200"/>
  <p:tag name="LATEXADDIN" val="\documentclass{article}&#10;\usepackage{amsmath,amsfonts,xcolor,amsthm}&#10;\usepackage[UTF8]{ctex}&#10;\pagestyle{empty}&#10;\renewcommand{\proofname}{\bf 证明}&#10;\begin{document}&#10;$+\infty$&#10;\end{document}"/>
  <p:tag name="IGUANATEXSIZE" val="28"/>
  <p:tag name="IGUANATEXCURSOR" val="163"/>
  <p:tag name="TRANSPARENCY" val="True"/>
  <p:tag name="FILENAME" val=""/>
  <p:tag name="INPUTTYPE" val="0"/>
  <p:tag name="LATEXENGINEID" val="0"/>
  <p:tag name="TEMPFOLDER" val="c:\t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14.75"/>
  <p:tag name="OUTPUTDPI" val="1200"/>
  <p:tag name="LATEXADDIN" val="\documentclass{article}&#10;\usepackage{amsmath,amsfonts,xcolor,amsthm}&#10;\usepackage[UTF8]{ctex}&#10;\pagestyle{empty}&#10;\renewcommand{\proofname}{\bf 证明}&#10;\begin{document}&#10;$(a,+\infty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14.75"/>
  <p:tag name="OUTPUTDPI" val="1200"/>
  <p:tag name="LATEXADDIN" val="\documentclass{article}&#10;\usepackage{amsmath,amsfonts,xcolor,amsthm}&#10;\usepackage[UTF8]{ctex}&#10;\pagestyle{empty}&#10;\renewcommand{\proofname}{\bf 证明}&#10;\begin{document}&#10;$(a,+\infty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7"/>
  <p:tag name="ORIGINALWIDTH" val="204.75"/>
  <p:tag name="OUTPUTDPI" val="1200"/>
  <p:tag name="LATEXADDIN" val="\documentclass{article}&#10;\usepackage{amsmath,amsfonts,xcolor,amsthm}&#10;\usepackage[UTF8]{ctex}&#10;\pagestyle{empty}&#10;\renewcommand{\proofname}{\bf 证明}&#10;\begin{document}&#10;$-\infty$&#10;\end{document}"/>
  <p:tag name="IGUANATEXSIZE" val="28"/>
  <p:tag name="IGUANATEXCURSOR" val="185"/>
  <p:tag name="TRANSPARENCY" val="True"/>
  <p:tag name="FILENAME" val=""/>
  <p:tag name="INPUTTYPE" val="0"/>
  <p:tag name="LATEXENGINEID" val="0"/>
  <p:tag name="TEMPFOLDER" val="c:\t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02.75"/>
  <p:tag name="OUTPUTDPI" val="1200"/>
  <p:tag name="LATEXADDIN" val="\documentclass{article}&#10;\usepackage{amsmath,amsfonts,xcolor,amsthm}&#10;\usepackage[UTF8]{ctex}&#10;\pagestyle{empty}&#10;\renewcommand{\proofname}{\bf 证明}&#10;\begin{document}&#10;$(-\infty,b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02.75"/>
  <p:tag name="OUTPUTDPI" val="1200"/>
  <p:tag name="LATEXADDIN" val="\documentclass{article}&#10;\usepackage{amsmath,amsfonts,xcolor,amsthm}&#10;\usepackage[UTF8]{ctex}&#10;\pagestyle{empty}&#10;\renewcommand{\proofname}{\bf 证明}&#10;\begin{document}&#10;$(-\infty,b)$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5"/>
  <p:tag name="ORIGINALWIDTH" val="137.25"/>
  <p:tag name="OUTPUTDPI" val="1200"/>
  <p:tag name="LATEXADDIN" val="\documentclass{article}&#10;\usepackage{amsmath,amsfonts,xcolor,amsthm}&#10;\usepackage[UTF8]{ctex}&#10;\pagestyle{empty}&#10;\renewcommand{\proofname}{\bf 证明}&#10;\begin{document}&#10;$x^-_0$&#10;\end{document}"/>
  <p:tag name="IGUANATEXSIZE" val="28"/>
  <p:tag name="IGUANATEXCURSOR" val="165"/>
  <p:tag name="TRANSPARENCY" val="True"/>
  <p:tag name="FILENAME" val=""/>
  <p:tag name="INPUTTYPE" val="0"/>
  <p:tag name="LATEXENGINEID" val="0"/>
  <p:tag name="TEMPFOLDER" val="c:\t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587.25"/>
  <p:tag name="OUTPUTDPI" val="1200"/>
  <p:tag name="LATEXADDIN" val="\documentclass{article}&#10;\usepackage{amsmath,amsfonts,xcolor,amsthm}&#10;\usepackage[UTF8]{ctex}&#10;\pagestyle{empty}&#10;\renewcommand{\proofname}{\bf 证明}&#10;\begin{document}&#10;$(x_0-\delta,x_0)$&#10;\end{document}"/>
  <p:tag name="IGUANATEXSIZE" val="28"/>
  <p:tag name="IGUANATEXCURSOR" val="173"/>
  <p:tag name="TRANSPARENCY" val="True"/>
  <p:tag name="FILENAME" val=""/>
  <p:tag name="INPUTTYPE" val="0"/>
  <p:tag name="LATEXENGINEID" val="0"/>
  <p:tag name="TEMPFOLDER" val="c:\t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.75"/>
  <p:tag name="ORIGINALWIDTH" val="138.75"/>
  <p:tag name="OUTPUTDPI" val="1200"/>
  <p:tag name="LATEXADDIN" val="\documentclass{article}&#10;\usepackage{amsmath,amsfonts,xcolor,amsthm}&#10;\usepackage[UTF8]{ctex}&#10;\pagestyle{empty}&#10;\renewcommand{\proofname}{\bf 证明}&#10;\begin{document}&#10;$x^+_0$&#10;\end{document}"/>
  <p:tag name="IGUANATEXSIZE" val="28"/>
  <p:tag name="IGUANATEXCURSOR" val="165"/>
  <p:tag name="TRANSPARENCY" val="True"/>
  <p:tag name="FILENAME" val=""/>
  <p:tag name="INPUTTYPE" val="0"/>
  <p:tag name="LATEXENGINEID" val="0"/>
  <p:tag name="TEMPFOLDER" val="c:\t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594"/>
  <p:tag name="OUTPUTDPI" val="1200"/>
  <p:tag name="LATEXADDIN" val="\documentclass{article}&#10;\usepackage{amsmath,amsfonts,xcolor,amsthm}&#10;\usepackage[UTF8]{ctex}&#10;\pagestyle{empty}&#10;\renewcommand{\proofname}{\bf 证明}&#10;\begin{document}&#10;$(x_0,x_0+\delta)$&#10;\end{document}"/>
  <p:tag name="IGUANATEXSIZE" val="28"/>
  <p:tag name="IGUANATEXCURSOR" val="177"/>
  <p:tag name="TRANSPARENCY" val="True"/>
  <p:tag name="FILENAME" val=""/>
  <p:tag name="INPUTTYPE" val="0"/>
  <p:tag name="LATEXENGINEID" val="0"/>
  <p:tag name="TEMPFOLDER" val="c:\t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"/>
  <p:tag name="ORIGINALWIDTH" val="113.25"/>
  <p:tag name="OUTPUTDPI" val="1200"/>
  <p:tag name="LATEXADDIN" val="\documentclass{article}&#10;\usepackage{amsmath,amsfonts,xcolor,amsthm}&#10;\usepackage[UTF8]{ctex}&#10;\pagestyle{empty}&#10;\renewcommand{\proofname}{\bf 证明}&#10;\begin{document}&#10;$x_0$&#10;\end{document}"/>
  <p:tag name="IGUANATEXSIZE" val="28"/>
  <p:tag name="IGUANATEXCURSOR" val="165"/>
  <p:tag name="TRANSPARENCY" val="True"/>
  <p:tag name="FILENAME" val=""/>
  <p:tag name="INPUTTYPE" val="0"/>
  <p:tag name="LATEXENGINEID" val="0"/>
  <p:tag name="TEMPFOLDER" val="c:\t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"/>
  <p:tag name="ORIGINALWIDTH" val="918"/>
  <p:tag name="OUTPUTDPI" val="1200"/>
  <p:tag name="LATEXADDIN" val="\documentclass{article}&#10;\usepackage{amsmath,amsfonts,xcolor,amsthm}&#10;\usepackage[UTF8]{ctex}&#10;\pagestyle{empty}&#10;\renewcommand{\proofname}{\bf 证明}&#10;\begin{document}&#10;含~$x_0$~的开区间~$J$&#10;\end{document}"/>
  <p:tag name="IGUANATEXSIZE" val="28"/>
  <p:tag name="IGUANATEXCURSOR" val="176"/>
  <p:tag name="TRANSPARENCY" val="True"/>
  <p:tag name="FILENAME" val=""/>
  <p:tag name="INPUTTYPE" val="0"/>
  <p:tag name="LATEXENGINEID" val="0"/>
  <p:tag name="TEMPFOLDER" val="c:\t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78"/>
  <p:tag name="OUTPUTDPI" val="1200"/>
  <p:tag name="LATEXADDIN" val="\documentclass{article}&#10;\usepackage{amsmath,amsfonts,xcolor,amsthm}&#10;\usepackage[UTF8]{ctex}&#10;\pagestyle{empty}&#10;\renewcommand{\proofname}{\bf 证明}&#10;\begin{document}&#10;$J\backslash \{x_0\}$&#10;\end{document}"/>
  <p:tag name="IGUANATEXSIZE" val="28"/>
  <p:tag name="IGUANATEXCURSOR" val="163"/>
  <p:tag name="TRANSPARENCY" val="True"/>
  <p:tag name="FILENAME" val=""/>
  <p:tag name="INPUTTYPE" val="0"/>
  <p:tag name="LATEXENGINEID" val="0"/>
  <p:tag name="TEMPFOLDER" val="c:\t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49.5"/>
  <p:tag name="OUTPUTDPI" val="1200"/>
  <p:tag name="LATEXADDIN" val="\documentclass{article}&#10;\usepackage{amsmath,amsfonts,xcolor,amsthm}&#10;\usepackage[UTF8]{ctex}&#10;\pagestyle{empty}&#10;\renewcommand{\proofname}{\bf 证明}&#10;\begin{document}&#10;\color{white}$c$&#10;\end{document}"/>
  <p:tag name="IGUANATEXSIZE" val="28"/>
  <p:tag name="IGUANATEXCURSOR" val="174"/>
  <p:tag name="TRANSPARENCY" val="True"/>
  <p:tag name="FILENAME" val=""/>
  <p:tag name="INPUTTYPE" val="0"/>
  <p:tag name="LATEXENGINEID" val="0"/>
  <p:tag name="TEMPFOLDER" val="c:\t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705"/>
  <p:tag name="OUTPUTDPI" val="1200"/>
  <p:tag name="LATEXADDIN" val="\documentclass{article}&#10;\usepackage{amsmath,amsfonts,xcolor,amsthm}&#10;\usepackage[UTF8]{ctex}&#10;\pagestyle{empty}&#10;\renewcommand{\proofname}{\bf 证明}&#10;\begin{document}&#10;\bf\color{white}$c$~的去心邻域&#10;\end{document}"/>
  <p:tag name="IGUANATEXSIZE" val="28"/>
  <p:tag name="IGUANATEXCURSOR" val="164"/>
  <p:tag name="TRANSPARENCY" val="True"/>
  <p:tag name="FILENAME" val=""/>
  <p:tag name="INPUTTYPE" val="0"/>
  <p:tag name="LATEXENGINEID" val="0"/>
  <p:tag name="TEMPFOLDER" val="c:\t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456"/>
  <p:tag name="OUTPUTDPI" val="1200"/>
  <p:tag name="LATEXADDIN" val="\documentclass{article}&#10;\usepackage{amsmath,amsfonts,xcolor,amsthm}&#10;\usepackage[UTF8]{ctex}&#10;\pagestyle{empty}&#10;\renewcommand{\proofname}{\bf 证明}&#10;\begin{document}&#10;\bf\color{white}$c$~的邻域&#10;\end{document}"/>
  <p:tag name="IGUANATEXSIZE" val="28"/>
  <p:tag name="IGUANATEXCURSOR" val="182"/>
  <p:tag name="TRANSPARENCY" val="True"/>
  <p:tag name="FILENAME" val=""/>
  <p:tag name="INPUTTYPE" val="0"/>
  <p:tag name="LATEXENGINEID" val="0"/>
  <p:tag name="TEMPFOLDER" val="c:\t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5.25"/>
  <p:tag name="ORIGINALWIDTH" val="3774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设~$c$~是~$x_0,x^+_0,x^-_0,-\infty,+\infty,\infty$~中的任意一个，\\&#10;$A$~是实数或者是~$-\infty,+\infty,\infty$~中的一个。&#10;&#10;\noindent &#10;{\bf\color{violet}$\lim\limits_{x\to c}f(x)=A$}，指：&#10;对~$A$~的任何\underline{邻域~$V$}，&#10;存在~$c$~的\underline{{\color{red}去心}邻域~$W$}，&#10;使得&#10;$$\forall x, x\in I\cap W\Longrightarrow f(x)\in V.$$&#10;\end{document}"/>
  <p:tag name="IGUANATEXSIZE" val="28"/>
  <p:tag name="IGUANATEXCURSOR" val="443"/>
  <p:tag name="TRANSPARENCY" val="True"/>
  <p:tag name="FILENAME" val=""/>
  <p:tag name="INPUTTYPE" val="0"/>
  <p:tag name="LATEXENGINEID" val="0"/>
  <p:tag name="TEMPFOLDER" val="c:\tmp\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04"/>
  <p:tag name="ORIGINALWIDTH" val="4012.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上述定义使得我们在讨论各种极限时，可以使用同样的语言进行统一处理，\\&#10;\noindent 而不必对每种情形再单独论证。&#10;&#10;\noindent 拓扑中有对极限的更一般的定义。&#10;\end{document}"/>
  <p:tag name="IGUANATEXSIZE" val="28"/>
  <p:tag name="IGUANATEXCURSOR" val="252"/>
  <p:tag name="TRANSPARENCY" val="True"/>
  <p:tag name="FILENAME" val=""/>
  <p:tag name="INPUTTYPE" val="0"/>
  <p:tag name="LATEXENGINEID" val="0"/>
  <p:tag name="TEMPFOLDER" val="c:\t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2.75"/>
  <p:tag name="ORIGINALWIDTH" val="3392.2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称~$x\to c$~时~$f(x)$~是一个{\color{violet}\bf 无穷大量}（{\color{violet}\bf 正无穷大量}、&#10;{\color{violet}\bf 负无穷大量}），\\&#10;如果&#10;~$\lim\limits_{x\to c}f(x)=\infty$&#10;（~$\lim\limits_{x\to c}f(x)=+\infty$，~$\lim\limits_{x\to c}f(x)=-\infty$.）&#10;&#10;&#10;\end{document}"/>
  <p:tag name="IGUANATEXSIZE" val="28"/>
  <p:tag name="IGUANATEXCURSOR" val="255"/>
  <p:tag name="TRANSPARENCY" val="True"/>
  <p:tag name="FILENAME" val=""/>
  <p:tag name="INPUTTYPE" val="0"/>
  <p:tag name="LATEXENGINEID" val="0"/>
  <p:tag name="TEMPFOLDER" val="c:\t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253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引入无穷大量以后，极限的性质发生哪些变化？\end{document}"/>
  <p:tag name="IGUANATEXSIZE" val="28"/>
  <p:tag name="IGUANATEXCURSOR" val="201"/>
  <p:tag name="TRANSPARENCY" val="True"/>
  <p:tag name="FILENAME" val=""/>
  <p:tag name="INPUTTYPE" val="0"/>
  <p:tag name="LATEXENGINEID" val="0"/>
  <p:tag name="TEMPFOLDER" val="c:\t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86.25"/>
  <p:tag name="ORIGINALWIDTH" val="1699.5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f(x)=A\in\{-\infty,+\infty,\infty\}$,\\&#10;$\lim\limits_{y\to A}g(y)=B$&#10;\end{center}&#10;\end{document}"/>
  <p:tag name="IGUANATEXSIZE" val="28"/>
  <p:tag name="IGUANATEXCURSOR" val="261"/>
  <p:tag name="TRANSPARENCY" val="True"/>
  <p:tag name="FILENAME" val=""/>
  <p:tag name="INPUTTYPE" val="0"/>
  <p:tag name="LATEXENGINEID" val="0"/>
  <p:tag name="TEMPFOLDER" val="c:\tmp\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113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\lim\limits_{x\to c}g(f(x))=B$&#10;&#10;\end{document}"/>
  <p:tag name="IGUANATEXSIZE" val="28"/>
  <p:tag name="IGUANATEXCURSOR" val="168"/>
  <p:tag name="TRANSPARENCY" val="True"/>
  <p:tag name="FILENAME" val=""/>
  <p:tag name="INPUTTYPE" val="0"/>
  <p:tag name="LATEXENGINEID" val="0"/>
  <p:tag name="TEMPFOLDER" val="c:\tmp\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86.25"/>
  <p:tag name="ORIGINALWIDTH" val="1683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f(x)=A$,\\&#10;$\lim\limits_{y\to A}g(y)=B\in\{-\infty,+\infty,\infty\}$&#10;\end{center}&#10;\end{document}"/>
  <p:tag name="IGUANATEXSIZE" val="28"/>
  <p:tag name="IGUANATEXCURSOR" val="232"/>
  <p:tag name="TRANSPARENCY" val="True"/>
  <p:tag name="FILENAME" val=""/>
  <p:tag name="INPUTTYPE" val="0"/>
  <p:tag name="LATEXENGINEID" val="0"/>
  <p:tag name="TEMPFOLDER" val="c:\tmp\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113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\lim\limits_{x\to c}g(f(x))=B$&#10;&#10;\end{document}"/>
  <p:tag name="IGUANATEXSIZE" val="28"/>
  <p:tag name="IGUANATEXCURSOR" val="168"/>
  <p:tag name="TRANSPARENCY" val="True"/>
  <p:tag name="FILENAME" val=""/>
  <p:tag name="INPUTTYPE" val="0"/>
  <p:tag name="LATEXENGINEID" val="0"/>
  <p:tag name="TEMPFOLDER" val="c:\tmp\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488"/>
  <p:tag name="OUTPUTDPI" val="1200"/>
  <p:tag name="LATEXADDIN" val="\documentclass{article}&#10;\usepackage{amsmath,amsfonts,xcolor,amsthm}&#10;\usepackage[UTF8]{ctex}&#10;\pagestyle{empty}&#10;\renewcommand{\proofname}{\bf 证明}&#10;\begin{document}&#10;$\lim\limits_{x\to c}f(x)=A,\lim\limits_{x\to c}g(x)=B$&#10;\end{document}"/>
  <p:tag name="IGUANATEXSIZE" val="28"/>
  <p:tag name="IGUANATEXCURSOR" val="215"/>
  <p:tag name="TRANSPARENCY" val="True"/>
  <p:tag name="FILENAME" val=""/>
  <p:tag name="INPUTTYPE" val="0"/>
  <p:tag name="LATEXENGINEID" val="0"/>
  <p:tag name="TEMPFOLDER" val="c:\tmp\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6.25"/>
  <p:tag name="ORIGINALWIDTH" val="4169.25"/>
  <p:tag name="OUTPUTDPI" val="1200"/>
  <p:tag name="LATEXADDIN" val="\documentclass{article}&#10;\usepackage{amsmath,amsfonts,xcolor,amsthm}&#10;\usepackage[UTF8]{ctex}&#10;\pagestyle{empty}&#10;\renewcommand{\proofname}{\bf 证明}&#10;\begin{document}&#10;$\Rightarrow\lim\limits_{x\to c}(f(x)+g(x))=&#10;\begin{cases}&#10;A+B,&amp; A,B\in\mathbb{R};\\&#10;+\infty &amp; \text{$A,B$~中一个为~$+\infty$~，另一个为~$+\infty$~或实数};\\&#10;-\infty &amp; \text{$A,B$~中一个为~$-\infty$~，另一个为~$-\infty$~或实数};\\&#10;\infty &amp; \text{$A,B$~之一为~$\infty$，另一个为实数}.&#10;\end{cases}$&#10;\end{document}"/>
  <p:tag name="IGUANATEXSIZE" val="28"/>
  <p:tag name="IGUANATEXCURSOR" val="410"/>
  <p:tag name="TRANSPARENCY" val="True"/>
  <p:tag name="FILENAME" val=""/>
  <p:tag name="INPUTTYPE" val="0"/>
  <p:tag name="LATEXENGINEID" val="0"/>
  <p:tag name="TEMPFOLDER" val="c:\t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1.75"/>
  <p:tag name="ORIGINALWIDTH" val="3144"/>
  <p:tag name="OUTPUTDPI" val="1200"/>
  <p:tag name="LATEXADDIN" val="\documentclass{article}&#10;\usepackage{amsmath,amsfonts,xcolor,amsthm}&#10;\usepackage[UTF8]{ctex}&#10;\pagestyle{empty}&#10;\renewcommand{\proofname}{\bf 证明}&#10;\begin{document}&#10;&#10;\noindent $A\in\mathbb{R}$，$B=+\infty$。&#10;&#10;\noindent $\forall M&gt;0$，$\exists$~$c$~的去心邻域~$W$~使得~$\forall x\in I\cap W$，&#10;\[ f(x)&gt;A-1,\qquad g(x)&gt;M-A+1\]&#10;所以~$f(x)+g(x)&gt;(A-1)+(M-A+1)=M.$&#10;&#10;&#10;\end{document}"/>
  <p:tag name="IGUANATEXSIZE" val="28"/>
  <p:tag name="IGUANATEXCURSOR" val="334"/>
  <p:tag name="TRANSPARENCY" val="True"/>
  <p:tag name="FILENAME" val=""/>
  <p:tag name="INPUTTYPE" val="0"/>
  <p:tag name="LATEXENGINEID" val="0"/>
  <p:tag name="TEMPFOLDER" val="c:\tmp\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488"/>
  <p:tag name="OUTPUTDPI" val="1200"/>
  <p:tag name="LATEXADDIN" val="\documentclass{article}&#10;\usepackage{amsmath,amsfonts,xcolor,amsthm}&#10;\usepackage[UTF8]{ctex}&#10;\pagestyle{empty}&#10;\renewcommand{\proofname}{\bf 证明}&#10;\begin{document}&#10;$\lim\limits_{x\to c}f(x)=A,\lim\limits_{x\to c}g(x)=B$&#10;\end{document}"/>
  <p:tag name="IGUANATEXSIZE" val="28"/>
  <p:tag name="IGUANATEXCURSOR" val="215"/>
  <p:tag name="TRANSPARENCY" val="True"/>
  <p:tag name="FILENAME" val=""/>
  <p:tag name="INPUTTYPE" val="0"/>
  <p:tag name="LATEXENGINEID" val="0"/>
  <p:tag name="TEMPFOLDER" val="c:\t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6.25"/>
  <p:tag name="ORIGINALWIDTH" val="3525.75"/>
  <p:tag name="OUTPUTDPI" val="1200"/>
  <p:tag name="LATEXADDIN" val="\documentclass{article}&#10;\usepackage{amsmath,amsfonts,xcolor,amsthm}&#10;\usepackage[UTF8]{ctex}&#10;\pagestyle{empty}&#10;\renewcommand{\proofname}{\bf 证明}&#10;\begin{document}&#10;$\Rightarrow\lim\limits_{x\to c}f(x)g(x)=&#10;\begin{cases}&#10;AB,&amp; A,B\in\mathbb{R};\\&#10;+\infty &amp; \text{$A,B$~同号，其中至少有一个为无穷大};\\&#10;-\infty &amp; \text{$A,B$~异号，其中至少有一个为无穷大};\\&#10;\infty &amp; \text{$A,B$~其中一个非零，另一个为~$\infty$}.&#10;\end{cases}$&#10;\end{document}"/>
  <p:tag name="IGUANATEXSIZE" val="28"/>
  <p:tag name="IGUANATEXCURSOR" val="364"/>
  <p:tag name="TRANSPARENCY" val="True"/>
  <p:tag name="FILENAME" val=""/>
  <p:tag name="INPUTTYPE" val="0"/>
  <p:tag name="LATEXENGINEID" val="0"/>
  <p:tag name="TEMPFOLDER" val="c:\tmp\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715.5"/>
  <p:tag name="OUTPUTDPI" val="1200"/>
  <p:tag name="LATEXADDIN" val="\documentclass{article}&#10;\usepackage{amsmath,amsfonts,xcolor,amsthm}&#10;\usepackage[UTF8]{ctex}&#10;\pagestyle{empty}&#10;\renewcommand{\proofname}{\bf 证明}&#10;\begin{document}&#10;$\lim\limits_{x\to c}f(x)=A$&#10;\end{document}"/>
  <p:tag name="IGUANATEXSIZE" val="28"/>
  <p:tag name="IGUANATEXCURSOR" val="188"/>
  <p:tag name="TRANSPARENCY" val="True"/>
  <p:tag name="FILENAME" val=""/>
  <p:tag name="INPUTTYPE" val="0"/>
  <p:tag name="LATEXENGINEID" val="0"/>
  <p:tag name="TEMPFOLDER" val="c:\t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6.25"/>
  <p:tag name="ORIGINALWIDTH" val="2503.5"/>
  <p:tag name="OUTPUTDPI" val="1200"/>
  <p:tag name="LATEXADDIN" val="\documentclass{article}&#10;\usepackage{amsmath,amsfonts,xcolor,amsthm}&#10;\usepackage[UTF8]{ctex}&#10;\pagestyle{empty}&#10;\renewcommand{\proofname}{\bf 证明}&#10;\begin{document}&#10;$\Rightarrow\lim\limits_{x\to c}\frac{1}{f(x)}=&#10;\begin{cases}&#10;\frac{1}{A},&amp; A\in\mathbb{R}\backslash\{0\};\\&#10;\infty &amp; \text{$A=0$~};\\&#10;+\infty(-\infty) &amp; \text{$A=0^+(0^-)$};\\&#10;0(0^+,0^-), &amp; A=\infty(+\infty,-\infty)&#10;\end{cases}$&#10;\end{document}"/>
  <p:tag name="IGUANATEXSIZE" val="28"/>
  <p:tag name="IGUANATEXCURSOR" val="376"/>
  <p:tag name="TRANSPARENCY" val="True"/>
  <p:tag name="FILENAME" val=""/>
  <p:tag name="INPUTTYPE" val="0"/>
  <p:tag name="LATEXENGINEID" val="0"/>
  <p:tag name="TEMPFOLDER" val="c:\tmp\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654.5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f(x)=+\infty,\quad&#10;f(x)\le g(x)$&#10;\end{center}&#10;\end{document}"/>
  <p:tag name="IGUANATEXSIZE" val="28"/>
  <p:tag name="IGUANATEXCURSOR" val="216"/>
  <p:tag name="TRANSPARENCY" val="True"/>
  <p:tag name="FILENAME" val=""/>
  <p:tag name="INPUTTYPE" val="0"/>
  <p:tag name="LATEXENGINEID" val="0"/>
  <p:tag name="TEMPFOLDER" val="c:\tmp\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092.75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 \lim\limits_{x\to c}g(x)=+\infty.$&#10;\end{document}"/>
  <p:tag name="IGUANATEXSIZE" val="28"/>
  <p:tag name="IGUANATEXCURSOR" val="210"/>
  <p:tag name="TRANSPARENCY" val="True"/>
  <p:tag name="FILENAME" val=""/>
  <p:tag name="INPUTTYPE" val="0"/>
  <p:tag name="LATEXENGINEID" val="0"/>
  <p:tag name="TEMPFOLDER" val="c:\tmp\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155.75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f(x)&gt;A_1&gt;-\infty$&#10;\end{center}&#10;\end{document}"/>
  <p:tag name="IGUANATEXSIZE" val="28"/>
  <p:tag name="IGUANATEXCURSOR" val="205"/>
  <p:tag name="TRANSPARENCY" val="True"/>
  <p:tag name="FILENAME" val=""/>
  <p:tag name="INPUTTYPE" val="0"/>
  <p:tag name="LATEXENGINEID" val="0"/>
  <p:tag name="TEMPFOLDER" val="c:\tmp\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177.25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$~在~$c$~的某个去心邻域中，$f(x)&gt;A_1$。&#10;\end{document}"/>
  <p:tag name="IGUANATEXSIZE" val="28"/>
  <p:tag name="IGUANATEXCURSOR" val="203"/>
  <p:tag name="TRANSPARENCY" val="True"/>
  <p:tag name="FILENAME" val=""/>
  <p:tag name="INPUTTYPE" val="0"/>
  <p:tag name="LATEXENGINEID" val="0"/>
  <p:tag name="TEMPFOLDER" val="c:\tmp\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155.75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f(x)&lt;A_2&lt;+\infty$&#10;\end{center}&#10;\end{document}"/>
  <p:tag name="IGUANATEXSIZE" val="28"/>
  <p:tag name="IGUANATEXCURSOR" val="205"/>
  <p:tag name="TRANSPARENCY" val="True"/>
  <p:tag name="FILENAME" val=""/>
  <p:tag name="INPUTTYPE" val="0"/>
  <p:tag name="LATEXENGINEID" val="0"/>
  <p:tag name="TEMPFOLDER" val="c:\tmp\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177.25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$~在~$c$~的某个去心邻域中，$f(x)&lt;A_2$。&#10;\end{document}"/>
  <p:tag name="IGUANATEXSIZE" val="28"/>
  <p:tag name="IGUANATEXCURSOR" val="204"/>
  <p:tag name="TRANSPARENCY" val="True"/>
  <p:tag name="FILENAME" val=""/>
  <p:tag name="INPUTTYPE" val="0"/>
  <p:tag name="LATEXENGINEID" val="0"/>
  <p:tag name="TEMPFOLDER" val="c:\t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650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x\to c}h(x)=-\infty,\quad&#10;g(x)\le h(x)$&#10;\end{center}&#10;\end{document}"/>
  <p:tag name="IGUANATEXSIZE" val="28"/>
  <p:tag name="IGUANATEXCURSOR" val="225"/>
  <p:tag name="TRANSPARENCY" val="True"/>
  <p:tag name="FILENAME" val=""/>
  <p:tag name="INPUTTYPE" val="0"/>
  <p:tag name="LATEXENGINEID" val="0"/>
  <p:tag name="TEMPFOLDER" val="c:\tmp\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9.5"/>
  <p:tag name="ORIGINALWIDTH" val="1092.75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 \lim\limits_{x\to c}g(x)=-\infty.$&#10;\end{document}"/>
  <p:tag name="IGUANATEXSIZE" val="28"/>
  <p:tag name="IGUANATEXCURSOR" val="204"/>
  <p:tag name="TRANSPARENCY" val="True"/>
  <p:tag name="FILENAME" val=""/>
  <p:tag name="INPUTTYPE" val="0"/>
  <p:tag name="LATEXENGINEID" val="0"/>
  <p:tag name="TEMPFOLDER" val="c:\t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82.5"/>
  <p:tag name="ORIGINALWIDTH" val="2870.25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数列~$\{a_n\}_{n\ge 1}$~实际上是定义在正整数集~$\mathbb{N}^*$~上的函数，\\&#10;于是可以定义极限~&#10;{\bf\color{violet}$\lim\limits_{n\to+\infty}a_n$}。&#10;\end{document}"/>
  <p:tag name="IGUANATEXSIZE" val="28"/>
  <p:tag name="IGUANATEXCURSOR" val="236"/>
  <p:tag name="TRANSPARENCY" val="True"/>
  <p:tag name="FILENAME" val=""/>
  <p:tag name="INPUTTYPE" val="0"/>
  <p:tag name="LATEXENGINEID" val="0"/>
  <p:tag name="TEMPFOLDER" val="c:\tmp\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1722"/>
  <p:tag name="OUTPUTDPI" val="1200"/>
  <p:tag name="LATEXADDIN" val="\documentclass{article}&#10;\usepackage{amsmath,amsfonts,xcolor,xcolor,amsthm}&#10;\usepackage[UTF8]{ctex}&#10;\pagestyle{empty}&#10;\renewcommand{\proofname}{\bf 证明}&#10;\begin{document}&#10;&#10;\noindent &#10;四则运算、夹挤性质、局部有界&#10;\end{document}"/>
  <p:tag name="IGUANATEXSIZE" val="28"/>
  <p:tag name="IGUANATEXCURSOR" val="185"/>
  <p:tag name="TRANSPARENCY" val="True"/>
  <p:tag name="FILENAME" val=""/>
  <p:tag name="INPUTTYPE" val="0"/>
  <p:tag name="LATEXENGINEID" val="0"/>
  <p:tag name="TEMPFOLDER" val="c:\t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82.25"/>
  <p:tag name="ORIGINALWIDTH" val="1954.5"/>
  <p:tag name="OUTPUTDPI" val="1200"/>
  <p:tag name="LATEXADDIN" val="\documentclass{article}&#10;\usepackage{amsmath,amsfonts,xcolor,amsthm}&#10;\usepackage[UTF8]{ctex}&#10;\pagestyle{empty}&#10;\renewcommand{\proofname}{\bf 证明}&#10;\begin{document}&#10;\begin{center}&#10;$\lim\limits_{n\to +\infty}a_n=A\in \mathbb{R}\cup\{-\infty,+\infty,\infty\}$,\\&#10;$\lim\limits_{x\to A}g(x)=B$\\&#10;\color{red}?&#10;\end{center}&#10;\end{document}"/>
  <p:tag name="IGUANATEXSIZE" val="28"/>
  <p:tag name="IGUANATEXCURSOR" val="299"/>
  <p:tag name="TRANSPARENCY" val="True"/>
  <p:tag name="FILENAME" val=""/>
  <p:tag name="INPUTTYPE" val="0"/>
  <p:tag name="LATEXENGINEID" val="0"/>
  <p:tag name="TEMPFOLDER" val="c:\tmp\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8.5"/>
  <p:tag name="ORIGINALWIDTH" val="1140.75"/>
  <p:tag name="OUTPUTDPI" val="1200"/>
  <p:tag name="LATEXADDIN" val="\documentclass{article}&#10;\usepackage{amsmath,amsfonts,xcolor,amsthm}&#10;\usepackage[UTF8]{ctex}&#10;\pagestyle{empty}&#10;\renewcommand{\proofname}{\bf 证明}&#10;\begin{document}&#10;$\Longrightarrow\lim\limits_{n\to+\infty}g(a_n)=B$&#10;&#10;\end{document}"/>
  <p:tag name="IGUANATEXSIZE" val="28"/>
  <p:tag name="IGUANATEXCURSOR" val="203"/>
  <p:tag name="TRANSPARENCY" val="True"/>
  <p:tag name="FILENAME" val=""/>
  <p:tag name="INPUTTYPE" val="0"/>
  <p:tag name="LATEXENGINEID" val="0"/>
  <p:tag name="TEMPFOLDER" val="c:\tmp\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9.75"/>
  <p:tag name="ORIGINALWIDTH" val="1884"/>
  <p:tag name="OUTPUTDPI" val="1200"/>
  <p:tag name="LATEXADDIN" val="\documentclass{article}&#10;\usepackage{amsmath,amsfonts,xcolor,amsthm}&#10;\usepackage[UTF8]{ctex}&#10;\pagestyle{empty}&#10;\renewcommand{\proofname}{\bf 证明}&#10;\begin{document}&#10;$g$~在~$A$~连续；$A$~是无穷大；$a_n\ne A$&#10;&#10;\end{document}"/>
  <p:tag name="IGUANATEXSIZE" val="28"/>
  <p:tag name="IGUANATEXCURSOR" val="192"/>
  <p:tag name="TRANSPARENCY" val="True"/>
  <p:tag name="FILENAME" val=""/>
  <p:tag name="INPUTTYPE" val="0"/>
  <p:tag name="LATEXENGINEID" val="0"/>
  <p:tag name="TEMPFOLDER" val="c:\tmp\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9.75"/>
  <p:tag name="ORIGINALWIDTH" val="3147"/>
  <p:tag name="OUTPUTDPI" val="1200"/>
  <p:tag name="LATEXADDIN" val="\documentclass{article}&#10;\usepackage{amsmath,amsfonts,xcolor,amsthm}&#10;\usepackage[UTF8]{ctex}&#10;\pagestyle{empty}&#10;\renewcommand{\proofname}{\bf 证明}&#10;\begin{document}&#10;\noindent 设~$\{n_k\}_{k\ge 1}$~为严格增的正整数列。&#10;记~$b_k=a_{n_k}$。\\&#10;则称~$\{b_k\}_{k\ge 1}$~为数列~$\{a_n\}_{n\ge 1}$~的&#10;{\bf\color{violet}子列}。&#10;\vskip 0.5cm&#10;\noindent 若~&#10;$\lim\limits_{n\to +\infty}a_n=A\in &#10;\mathbb{R}\cup\{-\infty,+\infty,\infty\}$,&#10;则~&#10;$\lim\limits_{k\to +\infty}a_{n_k}=A$。&#10;\end{document}"/>
  <p:tag name="IGUANATEXSIZE" val="28"/>
  <p:tag name="IGUANATEXCURSOR" val="315"/>
  <p:tag name="TRANSPARENCY" val="True"/>
  <p:tag name="FILENAME" val=""/>
  <p:tag name="INPUTTYPE" val="0"/>
  <p:tag name="LATEXENGINEID" val="0"/>
  <p:tag name="TEMPFOLDER" val="c:\tmp\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268.75"/>
  <p:tag name="OUTPUTDPI" val="1200"/>
  <p:tag name="LATEXADDIN" val="\documentclass{article}&#10;\usepackage{amsmath,amsfonts,xcolor,amsthm}&#10;\usepackage[UTF8]{ctex}&#10;\pagestyle{empty}&#10;\renewcommand{\proofname}{\bf 证明}&#10;\begin{document}&#10;$g(n)=a_n$，$f(k)=n_k$，则~$a_{n_k}=g(f(k))$。&#10;\end{document}"/>
  <p:tag name="IGUANATEXSIZE" val="28"/>
  <p:tag name="IGUANATEXCURSOR" val="218"/>
  <p:tag name="TRANSPARENCY" val="True"/>
  <p:tag name="FILENAME" val=""/>
  <p:tag name="INPUTTYPE" val="0"/>
  <p:tag name="LATEXENGINEID" val="0"/>
  <p:tag name="TEMPFOLDER" val="c:\tmp\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77.75"/>
  <p:tag name="ORIGINALWIDTH" val="4195.5"/>
  <p:tag name="OUTPUTDPI" val="1200"/>
  <p:tag name="LATEXADDIN" val="\documentclass{article}&#10;\usepackage{amsmath,amsfonts,xcolor,amsthm}&#10;\usepackage[UTF8]{ctex}&#10;\pagestyle{empty}&#10;\renewcommand{\proofname}{\bf 证明}&#10;\begin{document}&#10;\noindent{\bf 证明.} 任给~$N\in\mathbb{N}^*$，&#10;$f^{-1}(\{1,2,\ldots,N\})=:\{k\in\mathbb{N}^*|1\le f(k)\le N\}$~是有限集。\\&#10;于是存在~&#10;$K=\max f^{-1}(\{1,2,\ldots,N\})$。&#10;&#10;\noindent 对任意~$k&gt;K$，$f(k)\not\in\{1,2,\ldots,N\}$，故&#10;~$f(k)&gt;N$。\\&#10;因此~$\lim\limits_{k\to+\infty}f(k)=+\infty$。&#10;\end{document}"/>
  <p:tag name="IGUANATEXSIZE" val="28"/>
  <p:tag name="IGUANATEXCURSOR" val="230"/>
  <p:tag name="TRANSPARENCY" val="True"/>
  <p:tag name="FILENAME" val=""/>
  <p:tag name="INPUTTYPE" val="0"/>
  <p:tag name="LATEXENGINEID" val="0"/>
  <p:tag name="TEMPFOLDER" val="c:\tmp\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5"/>
  <p:tag name="ORIGINALWIDTH" val="2636.25"/>
  <p:tag name="OUTPUTDPI" val="1200"/>
  <p:tag name="LATEXADDIN" val="\documentclass{article}&#10;\usepackage{amsmath,amsfonts,xcolor,amsthm}&#10;\usepackage[UTF8]{ctex}&#10;\pagestyle{empty}&#10;\renewcommand{\proofname}{\bf 证明}&#10;\begin{document}&#10;如果~$f:\mathbb{N}^*\to\mathbb{N}^*$~是单射，则&#10;~$\lim\limits_{k\to+\infty}f(k)=+\infty$。&#10;\end{document}"/>
  <p:tag name="IGUANATEXSIZE" val="28"/>
  <p:tag name="IGUANATEXCURSOR" val="243"/>
  <p:tag name="TRANSPARENCY" val="True"/>
  <p:tag name="FILENAME" val=""/>
  <p:tag name="INPUTTYPE" val="0"/>
  <p:tag name="LATEXENGINEID" val="0"/>
  <p:tag name="TEMPFOLDER" val="c:\tmp\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3.25"/>
  <p:tag name="ORIGINALWIDTH" val="1448.2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设~$f:(a,b)\to\mathbb{R}$~单调不减。\\&#10;若~$f$~有上界，则\\&#10;$\lim\limits_{x\to b^-}f(x)=\sup\limits_{x\in (a,b)}f(x)$；\\&#10;&#10;\noindent 若~$f$~无上界，则\\&#10;$\lim\limits_{x\to b^-}f(x)=+\infty$。&#10;\end{document}"/>
  <p:tag name="IGUANATEXSIZE" val="28"/>
  <p:tag name="IGUANATEXCURSOR" val="292"/>
  <p:tag name="TRANSPARENCY" val="True"/>
  <p:tag name="FILENAME" val=""/>
  <p:tag name="INPUTTYPE" val="0"/>
  <p:tag name="LATEXENGINEID" val="0"/>
  <p:tag name="TEMPFOLDER" val="c:\tmp\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2.5"/>
  <p:tag name="ORIGINALWIDTH" val="2396.25"/>
  <p:tag name="OUTPUTDPI" val="1200"/>
  <p:tag name="LATEXADDIN" val="\documentclass{article}&#10;\usepackage{amsmath,amsfonts,xcolor,amsthm}&#10;\usepackage[UTF8]{ctex}&#10;\pagestyle{empty}&#10;\renewcommand{\proofname}{\bf 证明}&#10;\begin{document}&#10;\noindent{\bf 证明.} (1) 设~$f$~有上界。\\&#10;则~$\{f(x)|x\in(a,b)\}$~有上确界，记为~$A$。&#10;\\&#10;对任意~$A_1\in(-\infty,A)$，$A_1$~不是~$f$~的上界，\\&#10;所以存在~$x_1\in(a,b)$~使得&#10;$f(x_1)&gt;A_1$。\\&#10;对任意~$x\in(x_1,b)$，$A_1&lt;f(x_1)\le f(x)\le A$。\\&#10;因此&#10;~$\lim\limits_{x\to b^-}f(x)=A$。&#10;\end{document}"/>
  <p:tag name="IGUANATEXSIZE" val="28"/>
  <p:tag name="IGUANATEXCURSOR" val="391"/>
  <p:tag name="TRANSPARENCY" val="True"/>
  <p:tag name="FILENAME" val=""/>
  <p:tag name="INPUTTYPE" val="0"/>
  <p:tag name="LATEXENGINEID" val="0"/>
  <p:tag name="TEMPFOLDER" val="c:\tmp\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0"/>
  <p:tag name="ORIGINALWIDTH" val="2095.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设实数列~$a_n$~单调不减。\\&#10;若~$\{a_n\}$~有上界，则&#10;$\lim\limits_{n\to +\infty}a_n=\sup\limits_{n\ge 1}a_n$；\\&#10;\noindent 若~$\{a_n\}$~无上界，则&#10;$\lim\limits_{n\to +\infty}a_n=+\infty$。&#10;\end{document}"/>
  <p:tag name="IGUANATEXSIZE" val="28"/>
  <p:tag name="IGUANATEXCURSOR" val="268"/>
  <p:tag name="TRANSPARENCY" val="True"/>
  <p:tag name="FILENAME" val=""/>
  <p:tag name="INPUTTYPE" val="0"/>
  <p:tag name="LATEXENGINEID" val="0"/>
  <p:tag name="TEMPFOLDER" val="c:\tmp\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93.5"/>
  <p:tag name="ORIGINALWIDTH" val="484.5"/>
  <p:tag name="OUTPUTDPI" val="1200"/>
  <p:tag name="LATEXADDIN" val="\documentclass{article}&#10;\usepackage{amsmath,amsfonts,xcolor,amsthm,mathrsfs}&#10;\usepackage[UTF8]{ctex}&#10;\pagestyle{empty}&#10;\renewcommand{\proofname}{\bf 证明}&#10;\begin{document}&#10;&#10;\color{blue}\noindent 单调不增\\&#10;$\inf\limits_{n\ge 1}a_n$\\&#10;$-\infty$&#10;\end{document}"/>
  <p:tag name="IGUANATEXSIZE" val="28"/>
  <p:tag name="IGUANATEXCURSOR" val="227"/>
  <p:tag name="TRANSPARENCY" val="True"/>
  <p:tag name="FILENAME" val=""/>
  <p:tag name="INPUTTYPE" val="0"/>
  <p:tag name="LATEXENGINEID" val="0"/>
  <p:tag name="TEMPFOLDER" val="c:\tmp\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70.25"/>
  <p:tag name="ORIGINALWIDTH" val="3311.25"/>
  <p:tag name="OUTPUTDPI" val="1200"/>
  <p:tag name="LATEXADDIN" val="\documentclass{article}&#10;\usepackage{amsmath,amsfonts,xcolor,amsthm}&#10;\usepackage[UTF8]{ctex}&#10;\pagestyle{empty}&#10;\renewcommand{\proofname}{\bf 证明}&#10;\begin{document}&#10;\noindent{\bf 证明.} (1) 设~$\{a_n\}$~有上界。则它有上确界~$\alpha$。&#10;&#10;对任意~$\alpha_1\in(-\infty,\alpha)$，$\alpha_1$~不是~$a_n$~的上界，&#10;&#10;所以存在~$N\in\mathbb{N}^*$~使得~&#10;$a_N&gt;\alpha_1$。&#10;&#10;对任意~$n&gt;N$，$\alpha_1&lt;a_N\le a_n\le \alpha$。&#10;因此&#10;~$\lim\limits_{n\to+\infty}a_n=\alpha$。&#10;\end{document}"/>
  <p:tag name="IGUANATEXSIZE" val="28"/>
  <p:tag name="IGUANATEXCURSOR" val="366"/>
  <p:tag name="TRANSPARENCY" val="True"/>
  <p:tag name="FILENAME" val=""/>
  <p:tag name="INPUTTYPE" val="0"/>
  <p:tag name="LATEXENGINEID" val="0"/>
  <p:tag name="TEMPFOLDER" val="c:\tmp\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74.5"/>
  <p:tag name="ORIGINALWIDTH" val="2956.5"/>
  <p:tag name="OUTPUTDPI" val="1200"/>
  <p:tag name="LATEXADDIN" val="\documentclass{article}&#10;\usepackage{amsmath,amsfonts,xcolor,amsthm}&#10;\usepackage[UTF8]{ctex}&#10;\pagestyle{empty}&#10;\renewcommand{\proofname}{\bf 证明}&#10;\begin{document}&#10;(2) 设~$\{a_n\}$~无上界。&#10;&#10;则对任意~$M&gt;0$，&#10;所以存在~$N\in\mathbb{N}^*$~使得~&#10;$a_N&gt;M$。&#10;&#10;对任意~$n&gt;N$，$M&lt;a_N\le a_n$。&#10;因此&#10;~$\lim\limits_{n\to+\infty}a_n=+\infty$。&#10;\end{document}"/>
  <p:tag name="IGUANATEXSIZE" val="28"/>
  <p:tag name="IGUANATEXCURSOR" val="183"/>
  <p:tag name="TRANSPARENCY" val="True"/>
  <p:tag name="FILENAME" val=""/>
  <p:tag name="INPUTTYPE" val="0"/>
  <p:tag name="LATEXENGINEID" val="0"/>
  <p:tag name="TEMPFOLDER" val="c:\tmp\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1.25"/>
  <p:tag name="ORIGINALWIDTH" val="3141.75"/>
  <p:tag name="OUTPUTDPI" val="1200"/>
  <p:tag name="LATEXADDIN" val="\documentclass{article}&#10;\usepackage{amsmath,amsfonts,xcolor,amsthm}&#10;\usepackage[UTF8]{ctex}&#10;\pagestyle{empty}&#10;\renewcommand{\proofname}{\bf 证明}&#10;\begin{document}&#10;&#10;&#10;\noindent 区间上的单调函数在区间内部的间断点都是第一类间断点，\\&#10;且最多只有{\bf 可数多个}间断点。&#10;\end{document}"/>
  <p:tag name="IGUANATEXSIZE" val="28"/>
  <p:tag name="IGUANATEXCURSOR" val="217"/>
  <p:tag name="TRANSPARENCY" val="True"/>
  <p:tag name="FILENAME" val=""/>
  <p:tag name="INPUTTYPE" val="0"/>
  <p:tag name="LATEXENGINEID" val="0"/>
  <p:tag name="TEMPFOLDER" val="c:\tmp\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3762"/>
  <p:tag name="OUTPUTDPI" val="1200"/>
  <p:tag name="LATEXADDIN" val="\documentclass{article}&#10;\usepackage{amsmath,amsfonts,xcolor,amsthm}&#10;\usepackage[UTF8]{ctex}&#10;\pagestyle{empty}&#10;\renewcommand{\proofname}{\bf 证明}&#10;\begin{document}&#10;&#10;&#10;\noindent {\bf 可数多个：}即与自然数一样多，即可以和自然数集之间建立一一对应。&#10;\end{document}"/>
  <p:tag name="IGUANATEXSIZE" val="28"/>
  <p:tag name="IGUANATEXCURSOR" val="183"/>
  <p:tag name="TRANSPARENCY" val="True"/>
  <p:tag name="FILENAME" val=""/>
  <p:tag name="INPUTTYPE" val="0"/>
  <p:tag name="LATEXENGINEID" val="0"/>
  <p:tag name="TEMPFOLDER" val="c:\tmp\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363.75"/>
  <p:tag name="OUTPUTDPI" val="1200"/>
  <p:tag name="LATEXADDIN" val="\documentclass{article}&#10;\usepackage{amsmath,amsfonts,xcolor,amsthm,mathrsfs}&#10;\usepackage[UTF8]{ctex}&#10;\pagestyle{empty}&#10;\renewcommand{\proofname}{\bf 证明}&#10;\begin{document}&#10;&#10;有理数&#10;\end{document}"/>
  <p:tag name="IGUANATEXSIZE" val="24"/>
  <p:tag name="IGUANATEXCURSOR" val="174"/>
  <p:tag name="TRANSPARENCY" val="True"/>
  <p:tag name="FILENAME" val=""/>
  <p:tag name="INPUTTYPE" val="0"/>
  <p:tag name="LATEXENGINEID" val="0"/>
  <p:tag name="TEMPFOLDER" val="c:\t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3.5"/>
  <p:tag name="ORIGINALWIDTH" val="3825.75"/>
  <p:tag name="OUTPUTDPI" val="1200"/>
  <p:tag name="LATEXADDIN" val="\documentclass{article}&#10;\usepackage{amsmath,amsfonts,xcolor,amsthm}&#10;\usepackage[UTF8]{ctex}&#10;\pagestyle{empty}&#10;\renewcommand{\proofname}{\bf 证明}&#10;\begin{document}&#10;&#10;&#10;\noindent {\bf 有理数有可数多个：}\\&#10;每个有理数在以下由既约分数组成的数列中恰好出现一次&#10;\begin{gather*}  0, 1, -1, 2, -2, \frac{1}{2},-\frac{1}{2},3,-3,\frac{1}{3},-\frac{1}{3},&#10;4,-4,\frac{3}{2},-\frac{3}{2},\frac{2}{3},-\frac{2}{3},\frac{1}{4},-\frac{1}{4},\\&#10;5,-5,\frac{1}{5},-\frac{1}{5},6,-6,\frac{5}{2},-\frac{5}{2},\frac{4}{3},-\frac{4}{3},&#10;\frac{3}{4},-\frac{3}{4},\frac{2}{5},-\frac{2}{5},\frac{1}{6},-\frac{1}{6},\ldots&#10;\end{gather*}&#10;\end{document}"/>
  <p:tag name="IGUANATEXSIZE" val="28"/>
  <p:tag name="IGUANATEXCURSOR" val="385"/>
  <p:tag name="TRANSPARENCY" val="True"/>
  <p:tag name="FILENAME" val=""/>
  <p:tag name="INPUTTYPE" val="0"/>
  <p:tag name="LATEXENGINEID" val="0"/>
  <p:tag name="TEMPFOLDER" val="c:\tmp\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335.5"/>
  <p:tag name="OUTPUTDPI" val="1200"/>
  <p:tag name="LATEXADDIN" val="\documentclass{article}&#10;\usepackage{amsmath,amsfonts,xcolor,amsthm,mathrsfs}&#10;\usepackage[UTF8]{ctex}&#10;\pagestyle{empty}&#10;\renewcommand{\proofname}{\bf 证明}&#10;\begin{document}&#10;&#10;\bf 区间~$[0,1]$~中的实数不能与自然数一一对应。&#10;\end{document}"/>
  <p:tag name="IGUANATEXSIZE" val="28"/>
  <p:tag name="IGUANATEXCURSOR" val="184"/>
  <p:tag name="TRANSPARENCY" val="True"/>
  <p:tag name="FILENAME" val=""/>
  <p:tag name="INPUTTYPE" val="0"/>
  <p:tag name="LATEXENGINEID" val="0"/>
  <p:tag name="TEMPFOLDER" val="c:\t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1.25"/>
  <p:tag name="ORIGINALWIDTH" val="3873"/>
  <p:tag name="OUTPUTDPI" val="1200"/>
  <p:tag name="LATEXADDIN" val="\documentclass{article}&#10;\usepackage{amsmath,amsfonts,xcolor,amsthm,mathrsfs}&#10;\usepackage[UTF8]{ctex}&#10;\pagestyle{empty}&#10;\renewcommand{\proofname}{\bf 证明}&#10;\begin{document}&#10;&#10;\noindent 假设存在一一对应~$\mathbb{N}^*\to [0,1)$，即&#10;~$[0,1)$~中所有实数（十进制无尽小数）\\&#10;可以写成一个数列：&#10;\end{document}"/>
  <p:tag name="IGUANATEXSIZE" val="28"/>
  <p:tag name="IGUANATEXCURSOR" val="251"/>
  <p:tag name="TRANSPARENCY" val="True"/>
  <p:tag name="FILENAME" val=""/>
  <p:tag name="INPUTTYPE" val="0"/>
  <p:tag name="LATEXENGINEID" val="0"/>
  <p:tag name="TEMPFOLDER" val="c:\tmp\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2.25"/>
  <p:tag name="ORIGINALWIDTH" val="1874.25"/>
  <p:tag name="OUTPUTDPI" val="1200"/>
  <p:tag name="LATEXADDIN" val="\documentclass{article}&#10;\usepackage{amsmath,amsfonts,xcolor,amsthm,mathrsfs}&#10;\usepackage[UTF8]{ctex}&#10;\pagestyle{empty}&#10;\renewcommand{\proofname}{\bf 证明}&#10;\begin{document}&#10;&#10;\noindent 构造一个实数~$y=0.c_1c_2c_3\ldots$~使得\\&#10;对任意~$k$，\\&#10;&#10;$c_k=\begin{cases} 6, &amp; \text{若~ }b_{kk}\le 5\\&#10;4, &amp; \text{若~ }b_{kk}&gt;5.&#10;\end{cases}$&#10;\\&#10;&#10;\noindent $y$~不在左侧数列中，矛盾。&#10;&#10;\end{document}"/>
  <p:tag name="IGUANATEXSIZE" val="28"/>
  <p:tag name="IGUANATEXCURSOR" val="288"/>
  <p:tag name="TRANSPARENCY" val="True"/>
  <p:tag name="FILENAME" val=""/>
  <p:tag name="INPUTTYPE" val="0"/>
  <p:tag name="LATEXENGINEID" val="0"/>
  <p:tag name="TEMPFOLDER" val="c:\tmp\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40"/>
  <p:tag name="ORIGINALWIDTH" val="1436.25"/>
  <p:tag name="OUTPUTDPI" val="1200"/>
  <p:tag name="LATEXADDIN" val="\documentclass{article}&#10;\usepackage{amsmath,amsfonts,xcolor,amsthm,mathrsfs}&#10;\usepackage[UTF8]{ctex}&#10;\pagestyle{empty}&#10;\renewcommand{\proofname}{\bf 证明}&#10;\begin{document}&#10;&#10;\begin{align*}&#10;x_1&amp;=0.b_{11}b_{12}b_{13}\cdots\\&#10;x_2&amp;=0.b_{21}b_{22}b_{23}\cdots\\&#10;\vdots &amp; \\&#10;x_n&amp;=0.b_{n1}b_{n2}b_{n3}\cdots b_{nn}\cdots\\&#10;\vdots &amp; &#10;\end{align*}&#10;&#10;\end{document}"/>
  <p:tag name="IGUANATEXSIZE" val="28"/>
  <p:tag name="IGUANATEXCURSOR" val="310"/>
  <p:tag name="TRANSPARENCY" val="True"/>
  <p:tag name="FILENAME" val=""/>
  <p:tag name="INPUTTYPE" val="0"/>
  <p:tag name="LATEXENGINEID" val="0"/>
  <p:tag name="TEMPFOLDER" val="c:\tmp\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0.5"/>
  <p:tag name="ORIGINALWIDTH" val="2544"/>
  <p:tag name="OUTPUTDPI" val="1200"/>
  <p:tag name="LATEXADDIN" val="\documentclass{article}&#10;\usepackage{amsmath,amsfonts,xcolor,amsthm,mathrsfs}&#10;\usepackage[UTF8]{ctex}&#10;\pagestyle{empty}&#10;\renewcommand{\proofname}{\bf 证明}&#10;\begin{document}&#10;&#10;\noindent 你能否构造一个严格增的有界函数：\\&#10;它在所有无理数处连续，&#10;在所有有理数处间断？&#10;\end{document}"/>
  <p:tag name="IGUANATEXSIZE" val="28"/>
  <p:tag name="IGUANATEXCURSOR" val="211"/>
  <p:tag name="TRANSPARENCY" val="True"/>
  <p:tag name="FILENAME" val=""/>
  <p:tag name="INPUTTYPE" val="0"/>
  <p:tag name="LATEXENGINEID" val="0"/>
  <p:tag name="TEMPFOLDER" val="c:\tmp\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0.5"/>
  <p:tag name="ORIGINALWIDTH" val="2544"/>
  <p:tag name="OUTPUTDPI" val="1200"/>
  <p:tag name="LATEXADDIN" val="\documentclass{article}&#10;\usepackage{amsmath,amsfonts,xcolor,amsthm,mathrsfs}&#10;\usepackage[UTF8]{ctex}&#10;\pagestyle{empty}&#10;\renewcommand{\proofname}{\bf 证明}&#10;\begin{document}&#10;&#10;\noindent 你能否构造一个严格增的有界函数：\\&#10;它在所有有理数处连续，&#10;在所有无理数处间断？&#10;\end{document}"/>
  <p:tag name="IGUANATEXSIZE" val="28"/>
  <p:tag name="IGUANATEXCURSOR" val="216"/>
  <p:tag name="TRANSPARENCY" val="True"/>
  <p:tag name="FILENAME" val=""/>
  <p:tag name="INPUTTYPE" val="0"/>
  <p:tag name="LATEXENGINEID" val="0"/>
  <p:tag name="TEMPFOLDER" val="c:\tmp\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913.5"/>
  <p:tag name="OUTPUTDPI" val="1200"/>
  <p:tag name="LATEXADDIN" val="\documentclass{article}&#10;\usepackage{amsmath,amsfonts,xcolor,amsthm}&#10;\usepackage[UTF8]{ctex}&#10;\pagestyle{empty}&#10;\renewcommand{\proofname}{\bf 证明}&#10;\begin{document}&#10;\color{white}$\lim\limits_{n\to +\infty}\left(1+\dfrac{1}{n}\right)^n$&#10;\end{document}"/>
  <p:tag name="IGUANATEXSIZE" val="32"/>
  <p:tag name="IGUANATEXCURSOR" val="211"/>
  <p:tag name="TRANSPARENCY" val="True"/>
  <p:tag name="FILENAME" val=""/>
  <p:tag name="INPUTTYPE" val="0"/>
  <p:tag name="LATEXENGINEID" val="0"/>
  <p:tag name="TEMPFOLDER" val="c:\tmp\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2.75"/>
  <p:tag name="ORIGINALWIDTH" val="3555.75"/>
  <p:tag name="OUTPUTDPI" val="1200"/>
  <p:tag name="LATEXADDIN" val="\documentclass{article}&#10;\usepackage{amsmath,amsfonts,xcolor,amsthm}&#10;\usepackage[UTF8]{ctex}&#10;\pagestyle{empty}&#10;\renewcommand{\proofname}{\bf 证明}&#10;\begin{document}&#10;&#10;\noindent{\bf 证明.}&#10;$$\frac{a_{n+1}}{a_n}&#10;=\frac{(n+2)^{n+1}n^n}{(n+1)^{2n+1}}&#10;=\frac{n+2}{n+1}\left(1-\frac{1}{n^2+2n+1}\right)^n&#10;$$&#10;&#10;\end{document}"/>
  <p:tag name="IGUANATEXSIZE" val="28"/>
  <p:tag name="IGUANATEXCURSOR" val="271"/>
  <p:tag name="TRANSPARENCY" val="True"/>
  <p:tag name="FILENAME" val=""/>
  <p:tag name="INPUTTYPE" val="0"/>
  <p:tag name="LATEXENGINEID" val="0"/>
  <p:tag name="TEMPFOLDER" val="c:\tmp\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.75"/>
  <p:tag name="ORIGINALWIDTH" val="2916.75"/>
  <p:tag name="OUTPUTDPI" val="1200"/>
  <p:tag name="LATEXADDIN" val="\documentclass{article}&#10;\usepackage{amsmath,amsfonts,xcolor,amsthm}&#10;\usepackage[UTF8]{ctex}&#10;\pagestyle{empty}&#10;\renewcommand{\proofname}{\bf 证明}&#10;\begin{document}&#10;&#10;$$&gt;&#10;\frac{n+2}{n+1}\left(1-\frac{n}{n^2+2n+1}\right)&#10;=\frac{n^3+3n^2+3n+2}{n^3+3n^2+3n+1}&gt;1&#10;$$&#10;&#10;\end{document}"/>
  <p:tag name="IGUANATEXSIZE" val="28"/>
  <p:tag name="IGUANATEXCURSOR" val="253"/>
  <p:tag name="TRANSPARENCY" val="True"/>
  <p:tag name="FILENAME" val=""/>
  <p:tag name="INPUTTYPE" val="0"/>
  <p:tag name="LATEXENGINEID" val="0"/>
  <p:tag name="TEMPFOLDER" val="c:\tmp\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6.25"/>
  <p:tag name="ORIGINALWIDTH" val="3210.7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数列~$a_n=\left(1+\frac{1}{n}\right)^n$~单调增，&#10;数列~$b_n=\left(1+\frac{1}{n}\right)^{n+1}$~单调减。&#10;\end{document}"/>
  <p:tag name="IGUANATEXSIZE" val="28"/>
  <p:tag name="IGUANATEXCURSOR" val="215"/>
  <p:tag name="TRANSPARENCY" val="True"/>
  <p:tag name="FILENAME" val=""/>
  <p:tag name="INPUTTYPE" val="0"/>
  <p:tag name="LATEXENGINEID" val="0"/>
  <p:tag name="TEMPFOLDER" val="c:\tmp\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2447.25"/>
  <p:tag name="OUTPUTDPI" val="1200"/>
  <p:tag name="LATEXADDIN" val="\documentclass{article}&#10;\usepackage{amsmath,amsfonts,xcolor,amsthm}&#10;\usepackage[UTF8]{ctex}&#10;\pagestyle{empty}&#10;\renewcommand{\proofname}{\bf 证明}&#10;\begin{document}&#10;${\color{red}a_1&lt;a_2&lt;\cdots&lt;a_n&lt;}\cdots\color{blue}&lt;b_n&lt;\cdots&lt;b_2&lt;b_1$&#10;\end{document}"/>
  <p:tag name="IGUANATEXSIZE" val="24"/>
  <p:tag name="IGUANATEXCURSOR" val="163"/>
  <p:tag name="TRANSPARENCY" val="True"/>
  <p:tag name="FILENAME" val=""/>
  <p:tag name="INPUTTYPE" val="0"/>
  <p:tag name="LATEXENGINEID" val="0"/>
  <p:tag name="TEMPFOLDER" val="c:\t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7.5"/>
  <p:tag name="ORIGINALWIDTH" val="1833"/>
  <p:tag name="OUTPUTDPI" val="1200"/>
  <p:tag name="LATEXADDIN" val="\documentclass{article}&#10;\usepackage{amsmath,amsfonts,xcolor,amsthm}&#10;\usepackage[UTF8]{ctex}&#10;\pagestyle{empty}&#10;\renewcommand{\proofname}{\bf 证明}&#10;\begin{document}&#10;$\lim\limits_{n\to+\infty}a_n,\lim\limits_{n\to+\infty}b_n$~存在，且相等。&#10;\end{document}"/>
  <p:tag name="IGUANATEXSIZE" val="28"/>
  <p:tag name="IGUANATEXCURSOR" val="227"/>
  <p:tag name="TRANSPARENCY" val="True"/>
  <p:tag name="FILENAME" val=""/>
  <p:tag name="INPUTTYPE" val="0"/>
  <p:tag name="LATEXENGINEID" val="0"/>
  <p:tag name="TEMPFOLDER" val="c:\t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1135.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$$\mathrm{e}=\lim\limits_{n\to+\infty}\left(1+\frac{1}{n}\right)^n$$&#10;\end{document}"/>
  <p:tag name="IGUANATEXSIZE" val="28"/>
  <p:tag name="IGUANATEXCURSOR" val="239"/>
  <p:tag name="TRANSPARENCY" val="True"/>
  <p:tag name="FILENAME" val=""/>
  <p:tag name="INPUTTYPE" val="0"/>
  <p:tag name="LATEXENGINEID" val="0"/>
  <p:tag name="TEMPFOLDER" val="c:\tmp\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85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$$\color{red}a_n=\left(1+\frac{1}{n}\right)^n$$&#10;\end{document}"/>
  <p:tag name="IGUANATEXSIZE" val="28"/>
  <p:tag name="IGUANATEXCURSOR" val="190"/>
  <p:tag name="TRANSPARENCY" val="True"/>
  <p:tag name="FILENAME" val=""/>
  <p:tag name="INPUTTYPE" val="0"/>
  <p:tag name="LATEXENGINEID" val="0"/>
  <p:tag name="TEMPFOLDER" val="c:\tmp\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5.5"/>
  <p:tag name="ORIGINALWIDTH" val="963.7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$$\color{blue}b_n=\left(1+\frac{1}{n}\right)^{n+1}$$&#10;\end{document}"/>
  <p:tag name="IGUANATEXSIZE" val="28"/>
  <p:tag name="IGUANATEXCURSOR" val="191"/>
  <p:tag name="TRANSPARENCY" val="True"/>
  <p:tag name="FILENAME" val=""/>
  <p:tag name="INPUTTYPE" val="0"/>
  <p:tag name="LATEXENGINEID" val="0"/>
  <p:tag name="TEMPFOLDER" val="c:\tmp\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1.5"/>
  <p:tag name="ORIGINALWIDTH" val="1776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{\bf 证明.}&#10;记~$S_n=\frac{1}{0!}+\frac{1}{1!}+\cdots+\frac{1}{n!}$。&#10;\end{document}"/>
  <p:tag name="IGUANATEXSIZE" val="28"/>
  <p:tag name="IGUANATEXCURSOR" val="235"/>
  <p:tag name="TRANSPARENCY" val="True"/>
  <p:tag name="FILENAME" val=""/>
  <p:tag name="INPUTTYPE" val="0"/>
  <p:tag name="LATEXENGINEID" val="0"/>
  <p:tag name="TEMPFOLDER" val="c:\tmp\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2"/>
  <p:tag name="ORIGINALWIDTH" val="1659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$\lim\limits_{n\to +\infty}\left(\frac{1}{0!}+\frac{1}{1!}+\cdots+\frac{1}{n!}\right)=\mathrm{e}$。&#10;\end{document}"/>
  <p:tag name="IGUANATEXSIZE" val="28"/>
  <p:tag name="IGUANATEXCURSOR" val="204"/>
  <p:tag name="TRANSPARENCY" val="True"/>
  <p:tag name="FILENAME" val=""/>
  <p:tag name="INPUTTYPE" val="0"/>
  <p:tag name="LATEXENGINEID" val="0"/>
  <p:tag name="TEMPFOLDER" val="c:\tmp\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2080.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\left(1+\frac{1}{n}\right)^n=1+\frac{C^1_n}{n}+\frac{C^2_n}{n^2}+\cdots+\frac{C^n_n}{n^n}\]&#10;\end{document}"/>
  <p:tag name="IGUANATEXSIZE" val="28"/>
  <p:tag name="IGUANATEXCURSOR" val="217"/>
  <p:tag name="TRANSPARENCY" val="True"/>
  <p:tag name="FILENAME" val=""/>
  <p:tag name="INPUTTYPE" val="0"/>
  <p:tag name="LATEXENGINEID" val="0"/>
  <p:tag name="TEMPFOLDER" val="c:\t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75"/>
  <p:tag name="ORIGINALWIDTH" val="753"/>
  <p:tag name="OUTPUTDPI" val="1200"/>
  <p:tag name="LATEXADDIN" val="\documentclass{article}&#10;\usepackage{amsmath,amsfonts,color,amsthm}&#10;\usepackage[UTF8]{ctex}&#10;\pagestyle{empty}&#10;\renewcommand{\proofname}{\bf 证明}&#10;\begin{document}&#10;&#10;所以~$a_n&lt;S_n$。&#10;\end{document}"/>
  <p:tag name="IGUANATEXSIZE" val="28"/>
  <p:tag name="IGUANATEXCURSOR" val="174"/>
  <p:tag name="TRANSPARENCY" val="True"/>
  <p:tag name="FILENAME" val=""/>
  <p:tag name="INPUTTYPE" val="0"/>
  <p:tag name="LATEXENGINEID" val="0"/>
  <p:tag name="TEMPFOLDER" val="c:\tmp\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124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&lt;1+1+\frac{1}{2!}+\cdots&#10;+\frac{1}{k!}\]&#10;\end{document}"/>
  <p:tag name="IGUANATEXSIZE" val="28"/>
  <p:tag name="IGUANATEXCURSOR" val="213"/>
  <p:tag name="TRANSPARENCY" val="True"/>
  <p:tag name="FILENAME" val=""/>
  <p:tag name="INPUTTYPE" val="0"/>
  <p:tag name="LATEXENGINEID" val="0"/>
  <p:tag name="TEMPFOLDER" val="c:\tmp\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532.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+\cdots&#10;+\frac{1}{n!}\]&#10;\end{document}"/>
  <p:tag name="IGUANATEXSIZE" val="28"/>
  <p:tag name="IGUANATEXCURSOR" val="196"/>
  <p:tag name="TRANSPARENCY" val="True"/>
  <p:tag name="FILENAME" val=""/>
  <p:tag name="INPUTTYPE" val="0"/>
  <p:tag name="LATEXENGINEID" val="0"/>
  <p:tag name="TEMPFOLDER" val="c:\tmp\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.75"/>
  <p:tag name="ORIGINALWIDTH" val="3031.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=1+1+\frac{1}{2!}\cdot\frac{n-1}{n}+\cdots&#10;+\frac{1}{k!}\cdot\frac{n(n-1)\cdots(n-k+1)}{n^k}\]&#10;\end{document}"/>
  <p:tag name="IGUANATEXSIZE" val="28"/>
  <p:tag name="IGUANATEXCURSOR" val="179"/>
  <p:tag name="TRANSPARENCY" val="True"/>
  <p:tag name="FILENAME" val=""/>
  <p:tag name="INPUTTYPE" val="0"/>
  <p:tag name="LATEXENGINEID" val="0"/>
  <p:tag name="TEMPFOLDER" val="c:\tmp\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.75"/>
  <p:tag name="ORIGINALWIDTH" val="1362.7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+\cdots&#10;+\frac{1}{n!}\cdot\frac{n(n-1)\cdots 1}{n^n}\]&#10;\end{document}"/>
  <p:tag name="IGUANATEXSIZE" val="28"/>
  <p:tag name="IGUANATEXCURSOR" val="226"/>
  <p:tag name="TRANSPARENCY" val="True"/>
  <p:tag name="FILENAME" val=""/>
  <p:tag name="INPUTTYPE" val="0"/>
  <p:tag name="LATEXENGINEID" val="0"/>
  <p:tag name="TEMPFOLDER" val="c:\tmp\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07.25"/>
  <p:tag name="ORIGINALWIDTH" val="3211.5"/>
  <p:tag name="OUTPUTDPI" val="1200"/>
  <p:tag name="LATEXADDIN" val="\documentclass{article}&#10;\usepackage{amsmath,amsfonts,color,amsthm}&#10;\usepackage[UTF8]{ctex}&#10;\pagestyle{empty}&#10;\renewcommand{\proofname}{\bf 证明}&#10;\begin{document}&#10;&#10;\noindent 所以数列~$S_k$~单调增有上界，从而有极限，且&#10;~$\lim\limits_{k\to+\infty}S_k\le\mathrm{e}$。&#10;&#10;\noindent 在~$a_n\le S_n$~中让~$n\to +\infty$，得到~&#10;$\mathrm{e}\le \lim\limits_{n\to+\infty}S_n$。&#10;\end{document}"/>
  <p:tag name="IGUANATEXSIZE" val="28"/>
  <p:tag name="IGUANATEXCURSOR" val="290"/>
  <p:tag name="TRANSPARENCY" val="True"/>
  <p:tag name="FILENAME" val=""/>
  <p:tag name="INPUTTYPE" val="0"/>
  <p:tag name="LATEXENGINEID" val="0"/>
  <p:tag name="TEMPFOLDER" val="c:\tmp\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7.5"/>
  <p:tag name="ORIGINALWIDTH" val="1022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 因此&#10;~$\lim\limits_{n\to+\infty}S_n=\mathrm{e}$。&#10;\end{document}"/>
  <p:tag name="IGUANATEXSIZE" val="28"/>
  <p:tag name="IGUANATEXCURSOR" val="218"/>
  <p:tag name="TRANSPARENCY" val="True"/>
  <p:tag name="FILENAME" val=""/>
  <p:tag name="INPUTTYPE" val="0"/>
  <p:tag name="LATEXENGINEID" val="0"/>
  <p:tag name="TEMPFOLDER" val="c:\tmp\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8"/>
  <p:tag name="LAYER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3618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\left(1+\frac{1}{n}\right)^n&gt;1+1+\frac{1}{2!}\cdot\frac{n-1}{n}+\cdots&#10;+\frac{1}{k!}\cdot\frac{n(n-1)\cdots(n-k+1)}{n^k}\]&#10;\end{document}"/>
  <p:tag name="IGUANATEXSIZE" val="28"/>
  <p:tag name="IGUANATEXCURSOR" val="204"/>
  <p:tag name="TRANSPARENCY" val="True"/>
  <p:tag name="FILENAME" val=""/>
  <p:tag name="INPUTTYPE" val="0"/>
  <p:tag name="LATEXENGINEID" val="0"/>
  <p:tag name="TEMPFOLDER" val="c:\tmp\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2916.75"/>
  <p:tag name="OUTPUTDPI" val="1200"/>
  <p:tag name="LATEXADDIN" val="\documentclass{article}&#10;\usepackage{amsmath,amsfonts,color,amsthm}&#10;\usepackage[UTF8]{ctex}&#10;\pagestyle{empty}&#10;\renewcommand{\proofname}{\bf 证明}&#10;\begin{document}&#10;&#10;另一方面，{\color{red}任给正整数~$k$}，{\color{blue}对任意正整数~$n&gt;k$}，都有&#10;\end{document}"/>
  <p:tag name="IGUANATEXSIZE" val="28"/>
  <p:tag name="IGUANATEXCURSOR" val="215"/>
  <p:tag name="TRANSPARENCY" val="True"/>
  <p:tag name="FILENAME" val=""/>
  <p:tag name="INPUTTYPE" val="0"/>
  <p:tag name="LATEXENGINEID" val="0"/>
  <p:tag name="TEMPFOLDER" val="c:\tmp\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2190.75"/>
  <p:tag name="OUTPUTDPI" val="1200"/>
  <p:tag name="LATEXADDIN" val="\documentclass{article}&#10;\usepackage{amsmath,amsfonts,color,amsthm}&#10;\usepackage[UTF8]{ctex}&#10;\pagestyle{empty}&#10;\renewcommand{\proofname}{\bf 证明}&#10;\begin{document}&#10;&#10;（{\color{red}固定~$k$~}）两边让正整数~$n\to+\infty$，得到&#10;\end{document}"/>
  <p:tag name="IGUANATEXSIZE" val="28"/>
  <p:tag name="IGUANATEXCURSOR" val="182"/>
  <p:tag name="TRANSPARENCY" val="True"/>
  <p:tag name="FILENAME" val=""/>
  <p:tag name="INPUTTYPE" val="0"/>
  <p:tag name="LATEXENGINEID" val="0"/>
  <p:tag name="TEMPFOLDER" val="c:\tmp\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1683.75"/>
  <p:tag name="OUTPUTDPI" val="1200"/>
  <p:tag name="LATEXADDIN" val="\documentclass{article}&#10;\usepackage{amsmath,amsfonts,color,amsthm}&#10;\usepackage[UTF8]{ctex}&#10;\pagestyle{empty}&#10;\renewcommand{\proofname}{\bf 证明}&#10;\begin{document}&#10;&#10;&#10;\noindent&#10;\[ \mathrm{e}\ge 1+1+\frac{1}{2!}+\cdots&#10;+\frac{1}{k!}=S_k.\]&#10;\end{document}"/>
  <p:tag name="IGUANATEXSIZE" val="28"/>
  <p:tag name="IGUANATEXCURSOR" val="231"/>
  <p:tag name="TRANSPARENCY" val="True"/>
  <p:tag name="FILENAME" val=""/>
  <p:tag name="INPUTTYPE" val="0"/>
  <p:tag name="LATEXENGINEID" val="0"/>
  <p:tag name="TEMPFOLDER" val="c:\tmp\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822"/>
  <p:tag name="OUTPUTDPI" val="1200"/>
  <p:tag name="LATEXADDIN" val="\documentclass{article}&#10;\usepackage{amsmath,amsfonts,xcolor,amsthm}&#10;\usepackage[UTF8]{ctex}&#10;\pagestyle{empty}&#10;\renewcommand{\proofname}{\bf 证明}&#10;\begin{document}&#10;\color{white}$\lim\limits_{x\to \infty}\left(1+\dfrac{1}{x}\right)^x$&#10;\end{document}"/>
  <p:tag name="IGUANATEXSIZE" val="32"/>
  <p:tag name="IGUANATEXCURSOR" val="229"/>
  <p:tag name="TRANSPARENCY" val="True"/>
  <p:tag name="FILENAME" val=""/>
  <p:tag name="INPUTTYPE" val="0"/>
  <p:tag name="LATEXENGINEID" val="0"/>
  <p:tag name="TEMPFOLDER" val="c:\tmp\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04.5"/>
  <p:tag name="ORIGINALWIDTH" val="4283.25"/>
  <p:tag name="OUTPUTDPI" val="1200"/>
  <p:tag name="LATEXADDIN" val="\documentclass{article}&#10;\usepackage{amsmath,amsfonts,xcolor,amsthm}&#10;\usepackage[UTF8]{ctex}&#10;\pagestyle{empty}&#10;\renewcommand{\proofname}{\bf 证明}&#10;\begin{document}&#10;&#10;\noindent{\bf 情形1（$x\to +\infty$}）&#10;$x&gt;1$~时，正整数~$[x]$~满足~$[x]\le x&lt;[x]+1$，则&#10;$$\left(1+\frac{1}{[x]+1}\right)^{[x]}&#10;&lt;\left(1+\frac{1}{x}\right)^{[x]}&#10;\le \left(1+\frac{1}{x}\right)^x&#10;&lt;\left(1+\frac{1}{x}\right)^{[x]+1}&#10;\le\left(1+\frac{1}{[x]}\right)^{[x]+1}&#10;$$&#10;&#10;\end{document}"/>
  <p:tag name="IGUANATEXSIZE" val="28"/>
  <p:tag name="IGUANATEXCURSOR" val="205"/>
  <p:tag name="TRANSPARENCY" val="True"/>
  <p:tag name="FILENAME" val=""/>
  <p:tag name="INPUTTYPE" val="0"/>
  <p:tag name="LATEXENGINEID" val="0"/>
  <p:tag name="TEMPFOLDER" val="c:\tmp\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50.75"/>
  <p:tag name="ORIGINALWIDTH" val="3420.7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因为&#10;$$\lim\limits_{n\to+\infty}\left(1+\frac{1}{n+1}\right)^n=\lim\limits_{n\to+\infty}\left(1+\frac{1}{n}\right)^{n+1}=\mathrm{e}&#10;$$&#10;&#10;\end{document}"/>
  <p:tag name="IGUANATEXSIZE" val="28"/>
  <p:tag name="IGUANATEXCURSOR" val="174"/>
  <p:tag name="TRANSPARENCY" val="True"/>
  <p:tag name="FILENAME" val=""/>
  <p:tag name="INPUTTYPE" val="0"/>
  <p:tag name="LATEXENGINEID" val="0"/>
  <p:tag name="TEMPFOLDER" val="c:\tmp\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7.75"/>
  <p:tag name="ORIGINALWIDTH" val="848.2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&#10;$$\lim\limits_{x\to +\infty}[x]=+\infty&#10;$$&#10;&#10;\end{document}"/>
  <p:tag name="IGUANATEXSIZE" val="28"/>
  <p:tag name="IGUANATEXCURSOR" val="212"/>
  <p:tag name="TRANSPARENCY" val="True"/>
  <p:tag name="FILENAME" val=""/>
  <p:tag name="INPUTTYPE" val="0"/>
  <p:tag name="LATEXENGINEID" val="0"/>
  <p:tag name="TEMPFOLDER" val="c:\tmp\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58"/>
  <p:tag name="ORIGINALWIDTH" val="2717.2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所以由复合函数极限以及夹挤定理知&#10;$$\lim\limits_{x\to+\infty}&#10;\left(1+\frac{1}{x}\right)^x=\mathrm{e}.&#10;$$&#10;&#10;\end{document}"/>
  <p:tag name="IGUANATEXSIZE" val="28"/>
  <p:tag name="IGUANATEXCURSOR" val="188"/>
  <p:tag name="TRANSPARENCY" val="True"/>
  <p:tag name="FILENAME" val=""/>
  <p:tag name="INPUTTYPE" val="0"/>
  <p:tag name="LATEXENGINEID" val="0"/>
  <p:tag name="TEMPFOLDER" val="c:\tmp\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822"/>
  <p:tag name="OUTPUTDPI" val="1200"/>
  <p:tag name="LATEXADDIN" val="\documentclass{article}&#10;\usepackage{amsmath,amsfonts,xcolor,amsthm}&#10;\usepackage[UTF8]{ctex}&#10;\pagestyle{empty}&#10;\renewcommand{\proofname}{\bf 证明}&#10;\begin{document}&#10;\color{white}$\lim\limits_{x\to \infty}\left(1+\dfrac{1}{x}\right)^x$&#10;\end{document}"/>
  <p:tag name="IGUANATEXSIZE" val="32"/>
  <p:tag name="IGUANATEXCURSOR" val="229"/>
  <p:tag name="TRANSPARENCY" val="True"/>
  <p:tag name="FILENAME" val=""/>
  <p:tag name="INPUTTYPE" val="0"/>
  <p:tag name="LATEXENGINEID" val="0"/>
  <p:tag name="TEMPFOLDER" val="c:\tmp\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85.75"/>
  <p:tag name="ORIGINALWIDTH" val="3918"/>
  <p:tag name="OUTPUTDPI" val="1200"/>
  <p:tag name="LATEXADDIN" val="\documentclass{article}&#10;\usepackage{amsmath,amsfonts,xcolor,amsthm}&#10;\usepackage[UTF8]{ctex}&#10;\pagestyle{empty}&#10;\renewcommand{\proofname}{\bf 证明}&#10;\begin{document}&#10;&#10;\noindent{\bf 情形2（$x\to -\infty$}）{\color{blue}令~$y=-x$}，&#10;$$\left(1+\frac{1}{x}\right)^x={\color{blue}\left(1-\frac{1}{y}\right)^{-y}=\left(1+\frac{1}{y-1}\right)^y}&#10;\qquad\qquad\qquad\qquad\qquad .$$&#10;&#10;\end{document}"/>
  <p:tag name="IGUANATEXSIZE" val="28"/>
  <p:tag name="IGUANATEXCURSOR" val="327"/>
  <p:tag name="TRANSPARENCY" val="True"/>
  <p:tag name="FILENAME" val=""/>
  <p:tag name="INPUTTYPE" val="0"/>
  <p:tag name="LATEXENGINEID" val="0"/>
  <p:tag name="TEMPFOLDER" val="c:\tmp\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1.25"/>
  <p:tag name="ORIGINALWIDTH" val="3510"/>
  <p:tag name="OUTPUTDPI" val="1200"/>
  <p:tag name="LATEXADDIN" val="\documentclass{article}&#10;\usepackage{amsmath,amsfonts,xcolor,amsthm}&#10;\usepackage[UTF8]{ctex}&#10;\pagestyle{empty}&#10;\renewcommand{\proofname}{\bf 证明}&#10;\begin{document}&#10;&#10;\noindent 所以&#10;$$\lim\limits_{x\to-\infty}\left(1+\frac{1}{x}\right)^x&#10;=\lim\limits_{u\to+\infty}\left(1+\frac{1}{u}\right)^u\left(1+\frac{1}{u}\right)=\mathrm{e}&#10;$$&#10;&#10;\end{document}"/>
  <p:tag name="IGUANATEXSIZE" val="28"/>
  <p:tag name="IGUANATEXCURSOR" val="311"/>
  <p:tag name="TRANSPARENCY" val="True"/>
  <p:tag name="FILENAME" val=""/>
  <p:tag name="INPUTTYPE" val="0"/>
  <p:tag name="LATEXENGINEID" val="0"/>
  <p:tag name="TEMPFOLDER" val="c:\tmp\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7"/>
  <p:tag name="ORIGINALWIDTH" val="2182.5"/>
  <p:tag name="OUTPUTDPI" val="1200"/>
  <p:tag name="LATEXADDIN" val="\documentclass{article}&#10;\usepackage{amsmath,amsfonts,xcolor,amsthm}&#10;\usepackage[UTF8]{ctex}&#10;\pagestyle{empty}&#10;\renewcommand{\proofname}{\bf 证明}&#10;\begin{document}&#10;\color{red}&#10;\noindent $u=y-1$&#10;\vskip 0.4cm&#10;$\qquad\qquad\qquad=\left(1+\dfrac{1}{u}\right)^u\left(1+\dfrac{1}{u}\right)$&#10;&#10;\end{document}"/>
  <p:tag name="IGUANATEXSIZE" val="28"/>
  <p:tag name="IGUANATEXCURSOR" val="172"/>
  <p:tag name="TRANSPARENCY" val="True"/>
  <p:tag name="FILENAME" val=""/>
  <p:tag name="INPUTTYPE" val="0"/>
  <p:tag name="LATEXENGINEID" val="0"/>
  <p:tag name="TEMPFOLDER" val="c:\tmp\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1.25"/>
  <p:tag name="ORIGINALWIDTH" val="2669.25"/>
  <p:tag name="OUTPUTDPI" val="1200"/>
  <p:tag name="LATEXADDIN" val="\documentclass{article}&#10;\usepackage{amsmath,amsfonts,xcolor,amsthm}&#10;\usepackage[UTF8]{ctex}&#10;\pagestyle{empty}&#10;\renewcommand{\proofname}{\bf 证明}&#10;\begin{document}&#10;&#10;\noindent 因此&#10;$$\lim\limits_{x\to \infty}\left(1+\frac{1}{x}\right)^x=\mathrm{e}.&#10;$$&#10;&#10;\end{document}"/>
  <p:tag name="IGUANATEXSIZE" val="28"/>
  <p:tag name="IGUANATEXCURSOR" val="242"/>
  <p:tag name="TRANSPARENCY" val="True"/>
  <p:tag name="FILENAME" val=""/>
  <p:tag name="INPUTTYPE" val="0"/>
  <p:tag name="LATEXENGINEID" val="0"/>
  <p:tag name="TEMPFOLDER" val="c:\tmp\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.75"/>
  <p:tag name="ORIGINALWIDTH" val="957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\ln(1+x)}{x}=1$$&#10;\end{document}"/>
  <p:tag name="IGUANATEXSIZE" val="28"/>
  <p:tag name="IGUANATEXCURSOR" val="217"/>
  <p:tag name="TRANSPARENCY" val="True"/>
  <p:tag name="FILENAME" val=""/>
  <p:tag name="INPUTTYPE" val="0"/>
  <p:tag name="LATEXENGINEID" val="0"/>
  <p:tag name="TEMPFOLDER" val="c:\tmp\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3097.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\ln(1+{\color{blue}x})}{{\color{blue}x}}&#10;=\lim\limits_{y\to \infty}{\color{blue}y}\ln\left(1+{\color{blue}\frac{1}{y}}\right)&#10;={\color{red}\lim\limits_{y\to \infty}}\ln\left[\left(1+\frac{1}{y}\right)^y\right]$$&#10;\end{document}"/>
  <p:tag name="IGUANATEXSIZE" val="28"/>
  <p:tag name="IGUANATEXCURSOR" val="213"/>
  <p:tag name="TRANSPARENCY" val="True"/>
  <p:tag name="FILENAME" val=""/>
  <p:tag name="INPUTTYPE" val="0"/>
  <p:tag name="LATEXENGINEID" val="0"/>
  <p:tag name="TEMPFOLDER" val="c:\tmp\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1770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=\ln\left[{\color{red}\lim\limits_{y\to \infty}}\left(1+\frac{1}{y}\right)^y\right]&#10;=\ln\mathrm{e}=1$$&#10;\end{document}"/>
  <p:tag name="IGUANATEXSIZE" val="28"/>
  <p:tag name="IGUANATEXCURSOR" val="222"/>
  <p:tag name="TRANSPARENCY" val="True"/>
  <p:tag name="FILENAME" val=""/>
  <p:tag name="INPUTTYPE" val="0"/>
  <p:tag name="LATEXENGINEID" val="0"/>
  <p:tag name="TEMPFOLDER" val="c:\tmp\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977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a^x-1}{x}=\ln a,$$&#10;\end{document}"/>
  <p:tag name="IGUANATEXSIZE" val="28"/>
  <p:tag name="IGUANATEXCURSOR" val="216"/>
  <p:tag name="TRANSPARENCY" val="True"/>
  <p:tag name="FILENAME" val=""/>
  <p:tag name="INPUTTYPE" val="0"/>
  <p:tag name="LATEXENGINEID" val="0"/>
  <p:tag name="TEMPFOLDER" val="c:\tmp\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7.25"/>
  <p:tag name="ORIGINALWIDTH" val="2556.7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{\color{red}a^x-1}}{x}&#10;=\lim\limits_{y\to 0}\frac{{\color{red}y}}{\frac{\ln(1+y)}{\ln a}}&#10;=\frac{\ln a}{\lim\limits_{y\to 0}\frac{\ln(1+y)}{y}}&#10;=\ln a,$$&#10;\end{document}"/>
  <p:tag name="IGUANATEXSIZE" val="28"/>
  <p:tag name="IGUANATEXCURSOR" val="351"/>
  <p:tag name="TRANSPARENCY" val="True"/>
  <p:tag name="FILENAME" val=""/>
  <p:tag name="INPUTTYPE" val="0"/>
  <p:tag name="LATEXENGINEID" val="0"/>
  <p:tag name="TEMPFOLDER" val="c:\tmp\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842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1}\frac{x^\mu-1}{x-1}=\mu$$&#10;\end{document}"/>
  <p:tag name="IGUANATEXSIZE" val="28"/>
  <p:tag name="IGUANATEXCURSOR" val="212"/>
  <p:tag name="TRANSPARENCY" val="True"/>
  <p:tag name="FILENAME" val=""/>
  <p:tag name="INPUTTYPE" val="0"/>
  <p:tag name="LATEXENGINEID" val="0"/>
  <p:tag name="TEMPFOLDER" val="c:\tmp\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"/>
  <p:tag name="ORIGINALWIDTH" val="3549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1}\frac{{\color{red}x^\mu}-1}{\color{blue}x-1}&#10;=\lim\limits_{y\to 0}&#10;\frac{{\color{red}\mathrm{e}^{\mu\ln (1+y)}}-1}{\color{blue}y}&#10;=\lim\limits_{z\to 0}&#10;\frac{{\color{red}\mathrm{e}^z}-1}{z}&#10;\lim\limits_{y\to 0}\frac{{\mu\ln (1+y)}}{y}&#10;=\mu$$&#10;\end{document}"/>
  <p:tag name="IGUANATEXSIZE" val="28"/>
  <p:tag name="IGUANATEXCURSOR" val="428"/>
  <p:tag name="TRANSPARENCY" val="True"/>
  <p:tag name="FILENAME" val=""/>
  <p:tag name="INPUTTYPE" val="0"/>
  <p:tag name="LATEXENGINEID" val="0"/>
  <p:tag name="TEMPFOLDER" val="c:\tmp\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788.25"/>
  <p:tag name="OUTPUTDPI" val="1200"/>
  <p:tag name="LATEXADDIN" val="\documentclass{article}&#10;\usepackage{amsmath,amsfonts,xcolor,amsthm,mathrsfs}&#10;\usepackage[UTF8]{ctex}&#10;\pagestyle{empty}&#10;\renewcommand{\proofname}{\bf 证明}&#10;\begin{document}&#10;&#10;$z=\mu\ln(1+y)$&#10;\end{document}"/>
  <p:tag name="IGUANATEXSIZE" val="24"/>
  <p:tag name="IGUANATEXCURSOR" val="185"/>
  <p:tag name="TRANSPARENCY" val="True"/>
  <p:tag name="FILENAME" val=""/>
  <p:tag name="INPUTTYPE" val="0"/>
  <p:tag name="LATEXENGINEID" val="0"/>
  <p:tag name="TEMPFOLDER" val="c:\tmp\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.75"/>
  <p:tag name="ORIGINALWIDTH" val="957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\ln(1+x)}{x}=1$$&#10;\end{document}"/>
  <p:tag name="IGUANATEXSIZE" val="28"/>
  <p:tag name="IGUANATEXCURSOR" val="217"/>
  <p:tag name="TRANSPARENCY" val="True"/>
  <p:tag name="FILENAME" val=""/>
  <p:tag name="INPUTTYPE" val="0"/>
  <p:tag name="LATEXENGINEID" val="0"/>
  <p:tag name="TEMPFOLDER" val="c:\tmp\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977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a^x-1}{x}=\ln a,$$&#10;\end{document}"/>
  <p:tag name="IGUANATEXSIZE" val="28"/>
  <p:tag name="IGUANATEXCURSOR" val="216"/>
  <p:tag name="TRANSPARENCY" val="True"/>
  <p:tag name="FILENAME" val=""/>
  <p:tag name="INPUTTYPE" val="0"/>
  <p:tag name="LATEXENGINEID" val="0"/>
  <p:tag name="TEMPFOLDER" val="c:\tmp\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715.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0}\frac{\sin x}{x}=1$$&#10;\end{document}"/>
  <p:tag name="IGUANATEXSIZE" val="28"/>
  <p:tag name="IGUANATEXCURSOR" val="212"/>
  <p:tag name="TRANSPARENCY" val="True"/>
  <p:tag name="FILENAME" val=""/>
  <p:tag name="INPUTTYPE" val="0"/>
  <p:tag name="LATEXENGINEID" val="0"/>
  <p:tag name="TEMPFOLDER" val="c:\tmp\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842.25"/>
  <p:tag name="OUTPUTDPI" val="1200"/>
  <p:tag name="LATEXADDIN" val="\documentclass{article}&#10;\usepackage{amsmath,amsfonts,color,amsthm}&#10;\usepackage[UTF8]{ctex}&#10;\pagestyle{empty}&#10;\renewcommand{\proofname}{\bf 证明}&#10;\begin{document}&#10;&#10;\noindent &#10;$$\lim\limits_{x\to 1}\frac{x^\mu-1}{x}=\mu$$&#10;\end{document}"/>
  <p:tag name="IGUANATEXSIZE" val="28"/>
  <p:tag name="IGUANATEXCURSOR" val="193"/>
  <p:tag name="TRANSPARENCY" val="True"/>
  <p:tag name="FILENAME" val=""/>
  <p:tag name="INPUTTYPE" val="0"/>
  <p:tag name="LATEXENGINEID" val="0"/>
  <p:tag name="TEMPFOLDER" val="c:\tmp\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8407</TotalTime>
  <Words>235</Words>
  <Application>Microsoft Office PowerPoint</Application>
  <PresentationFormat>宽屏</PresentationFormat>
  <Paragraphs>100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华光姚体_CNKI</vt:lpstr>
      <vt:lpstr>Adobe Devanagari</vt:lpstr>
      <vt:lpstr>Arial</vt:lpstr>
      <vt:lpstr>Office 主题​​</vt:lpstr>
      <vt:lpstr>第04讲 无穷远、无穷大</vt:lpstr>
      <vt:lpstr>本节内容</vt:lpstr>
      <vt:lpstr>无穷远</vt:lpstr>
      <vt:lpstr>PowerPoint 演示文稿</vt:lpstr>
      <vt:lpstr>PowerPoint 演示文稿</vt:lpstr>
      <vt:lpstr>PowerPoint 演示文稿</vt:lpstr>
      <vt:lpstr>去心邻域</vt:lpstr>
      <vt:lpstr>极限的统一定义</vt:lpstr>
      <vt:lpstr>无穷大量</vt:lpstr>
      <vt:lpstr>PowerPoint 演示文稿</vt:lpstr>
      <vt:lpstr>PowerPoint 演示文稿</vt:lpstr>
      <vt:lpstr>PowerPoint 演示文稿</vt:lpstr>
      <vt:lpstr>数列和数列的极限</vt:lpstr>
      <vt:lpstr>PowerPoint 演示文稿</vt:lpstr>
      <vt:lpstr>单调函数的极限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一个重要极限</vt:lpstr>
      <vt:lpstr>PowerPoint 演示文稿</vt:lpstr>
      <vt:lpstr>PowerPoint 演示文稿</vt:lpstr>
      <vt:lpstr>PowerPoint 演示文稿</vt:lpstr>
      <vt:lpstr>从离散到连续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第01讲 从自然数到实数</dc:title>
  <dc:creator>王先生</dc:creator>
  <cp:lastModifiedBy>王先生</cp:lastModifiedBy>
  <cp:revision>369</cp:revision>
  <dcterms:created xsi:type="dcterms:W3CDTF">2022-08-30T07:03:43Z</dcterms:created>
  <dcterms:modified xsi:type="dcterms:W3CDTF">2023-10-15T23:45:54Z</dcterms:modified>
</cp:coreProperties>
</file>